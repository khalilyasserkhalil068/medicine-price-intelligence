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3.xml" ContentType="application/vnd.openxmlformats-officedocument.drawingml.chart+xml"/>
  <Override PartName="/ppt/notesSlides/notesSlide13.xml" ContentType="application/vnd.openxmlformats-officedocument.presentationml.notesSlide+xml"/>
  <Override PartName="/ppt/charts/chart4.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ar-SA"/>
  <c:roundedCorners val="1"/>
  <c:style val="2"/>
  <c:chart>
    <c:autoTitleDeleted val="1"/>
    <c:plotArea>
      <c:layout/>
      <c:barChart>
        <c:barDir val="col"/>
        <c:grouping val="clustered"/>
        <c:varyColors val="0"/>
        <c:ser>
          <c:idx val="0"/>
          <c:order val="0"/>
          <c:tx>
            <c:v>Product count</c:v>
          </c:tx>
          <c:spPr>
            <a:solidFill>
              <a:srgbClr val="522D60"/>
            </a:solidFill>
          </c:spPr>
          <c:invertIfNegative val="0"/>
          <c:dLbls>
            <c:numFmt formatCode="#,##0" sourceLinked="0"/>
            <c:spPr>
              <a:noFill/>
              <a:ln>
                <a:noFill/>
              </a:ln>
              <a:effectLst/>
            </c:spPr>
            <c:txPr>
              <a:bodyPr anchorCtr="1"/>
              <a:lstStyle/>
              <a:p>
                <a:pPr>
                  <a:defRPr sz="1500">
                    <a:solidFill>
                      <a:srgbClr val="26182E"/>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Data'!$A$2:$A$7</c:f>
              <c:strCache>
                <c:ptCount val="6"/>
                <c:pt idx="0">
                  <c:v>&lt;10</c:v>
                </c:pt>
                <c:pt idx="1">
                  <c:v>10–&lt;50</c:v>
                </c:pt>
                <c:pt idx="2">
                  <c:v>50–&lt;100</c:v>
                </c:pt>
                <c:pt idx="3">
                  <c:v>100–&lt;500</c:v>
                </c:pt>
                <c:pt idx="4">
                  <c:v>500–&lt;1,000</c:v>
                </c:pt>
                <c:pt idx="5">
                  <c:v>≥1,000</c:v>
                </c:pt>
              </c:strCache>
            </c:strRef>
          </c:cat>
          <c:val>
            <c:numRef>
              <c:f>'Chart Data'!$B$2:$B$7</c:f>
              <c:numCache>
                <c:formatCode>#,##0</c:formatCode>
                <c:ptCount val="6"/>
                <c:pt idx="0">
                  <c:v>7442</c:v>
                </c:pt>
                <c:pt idx="1">
                  <c:v>6932</c:v>
                </c:pt>
                <c:pt idx="2">
                  <c:v>2264</c:v>
                </c:pt>
                <c:pt idx="3">
                  <c:v>2683</c:v>
                </c:pt>
                <c:pt idx="4">
                  <c:v>462</c:v>
                </c:pt>
                <c:pt idx="5">
                  <c:v>574</c:v>
                </c:pt>
              </c:numCache>
            </c:numRef>
          </c:val>
          <c:extLst>
            <c:ext xmlns:c16="http://schemas.microsoft.com/office/drawing/2014/chart" uri="{C3380CC4-5D6E-409C-BE32-E72D297353CC}">
              <c16:uniqueId val="{00000000-FE6B-4A33-AB8E-01904BE89B4B}"/>
            </c:ext>
          </c:extLst>
        </c:ser>
        <c:dLbls>
          <c:dLblPos val="outEnd"/>
          <c:showLegendKey val="0"/>
          <c:showVal val="1"/>
          <c:showCatName val="0"/>
          <c:showSerName val="0"/>
          <c:showPercent val="0"/>
          <c:showBubbleSize val="0"/>
        </c:dLbls>
        <c:gapWidth val="7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425">
                <a:solidFill>
                  <a:srgbClr val="756C78"/>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in val="0"/>
        </c:scaling>
        <c:delete val="0"/>
        <c:axPos val="l"/>
        <c:majorGridlines>
          <c:spPr>
            <a:ln w="9525">
              <a:solidFill>
                <a:srgbClr val="E5DEE7"/>
              </a:solidFill>
            </a:ln>
          </c:spPr>
        </c:majorGridlines>
        <c:numFmt formatCode="#,##0" sourceLinked="1"/>
        <c:majorTickMark val="none"/>
        <c:minorTickMark val="none"/>
        <c:tickLblPos val="nextTo"/>
        <c:spPr>
          <a:ln w="9525">
            <a:solidFill>
              <a:srgbClr val="D4D4D4"/>
            </a:solidFill>
            <a:prstDash val="solid"/>
          </a:ln>
        </c:spPr>
        <c:txPr>
          <a:bodyPr anchorCtr="1"/>
          <a:lstStyle/>
          <a:p>
            <a:pPr>
              <a:defRPr sz="1350">
                <a:solidFill>
                  <a:srgbClr val="756C78"/>
                </a:solidFill>
                <a:latin typeface="Arial"/>
                <a:ea typeface="Arial"/>
                <a:cs typeface="Arial"/>
              </a:defRPr>
            </a:pPr>
            <a:endParaRPr lang="en-US"/>
          </a:p>
        </c:txPr>
        <c:crossAx val="48650112"/>
        <c:crosses val="autoZero"/>
        <c:crossBetween val="between"/>
      </c:valAx>
      <c:spPr>
        <a:solidFill>
          <a:srgbClr val="FAF8F5"/>
        </a:solidFill>
      </c:spPr>
    </c:plotArea>
    <c:plotVisOnly val="1"/>
    <c:dispBlanksAs val="zero"/>
    <c:showDLblsOverMax val="1"/>
  </c:chart>
  <c:spPr>
    <a:solidFill>
      <a:srgbClr val="FAF8F5"/>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ar-SA"/>
  <c:roundedCorners val="1"/>
  <c:style val="2"/>
  <c:chart>
    <c:autoTitleDeleted val="1"/>
    <c:plotArea>
      <c:layout/>
      <c:barChart>
        <c:barDir val="col"/>
        <c:grouping val="clustered"/>
        <c:varyColors val="0"/>
        <c:ser>
          <c:idx val="0"/>
          <c:order val="0"/>
          <c:tx>
            <c:v>Product count</c:v>
          </c:tx>
          <c:spPr>
            <a:solidFill>
              <a:srgbClr val="522D60"/>
            </a:solidFill>
          </c:spPr>
          <c:invertIfNegative val="0"/>
          <c:dLbls>
            <c:numFmt formatCode="#,##0" sourceLinked="0"/>
            <c:spPr>
              <a:noFill/>
              <a:ln>
                <a:noFill/>
              </a:ln>
              <a:effectLst/>
            </c:spPr>
            <c:txPr>
              <a:bodyPr anchorCtr="1"/>
              <a:lstStyle/>
              <a:p>
                <a:pPr>
                  <a:defRPr sz="1500">
                    <a:solidFill>
                      <a:srgbClr val="26182E"/>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Data'!$A$2:$A$8</c:f>
              <c:strCache>
                <c:ptCount val="7"/>
                <c:pt idx="0">
                  <c:v>Incepta</c:v>
                </c:pt>
                <c:pt idx="1">
                  <c:v>Square</c:v>
                </c:pt>
                <c:pt idx="2">
                  <c:v>Opsonin</c:v>
                </c:pt>
                <c:pt idx="3">
                  <c:v>Beximco</c:v>
                </c:pt>
                <c:pt idx="4">
                  <c:v>ACME</c:v>
                </c:pt>
                <c:pt idx="5">
                  <c:v>ACI</c:v>
                </c:pt>
                <c:pt idx="6">
                  <c:v>Drug International</c:v>
                </c:pt>
              </c:strCache>
            </c:strRef>
          </c:cat>
          <c:val>
            <c:numRef>
              <c:f>'Chart Data'!$B$2:$B$8</c:f>
              <c:numCache>
                <c:formatCode>#,##0</c:formatCode>
                <c:ptCount val="7"/>
                <c:pt idx="0">
                  <c:v>1182</c:v>
                </c:pt>
                <c:pt idx="1">
                  <c:v>902</c:v>
                </c:pt>
                <c:pt idx="2">
                  <c:v>900</c:v>
                </c:pt>
                <c:pt idx="3">
                  <c:v>699</c:v>
                </c:pt>
                <c:pt idx="4">
                  <c:v>692</c:v>
                </c:pt>
                <c:pt idx="5">
                  <c:v>681</c:v>
                </c:pt>
                <c:pt idx="6">
                  <c:v>677</c:v>
                </c:pt>
              </c:numCache>
            </c:numRef>
          </c:val>
          <c:extLst>
            <c:ext xmlns:c16="http://schemas.microsoft.com/office/drawing/2014/chart" uri="{C3380CC4-5D6E-409C-BE32-E72D297353CC}">
              <c16:uniqueId val="{00000000-FCB9-405B-9195-91F69EC75BCA}"/>
            </c:ext>
          </c:extLst>
        </c:ser>
        <c:dLbls>
          <c:dLblPos val="outEnd"/>
          <c:showLegendKey val="0"/>
          <c:showVal val="1"/>
          <c:showCatName val="0"/>
          <c:showSerName val="0"/>
          <c:showPercent val="0"/>
          <c:showBubbleSize val="0"/>
        </c:dLbls>
        <c:gapWidth val="7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425">
                <a:solidFill>
                  <a:srgbClr val="756C78"/>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in val="0"/>
        </c:scaling>
        <c:delete val="0"/>
        <c:axPos val="l"/>
        <c:majorGridlines>
          <c:spPr>
            <a:ln w="9525">
              <a:solidFill>
                <a:srgbClr val="E5DEE7"/>
              </a:solidFill>
            </a:ln>
          </c:spPr>
        </c:majorGridlines>
        <c:numFmt formatCode="#,##0" sourceLinked="1"/>
        <c:majorTickMark val="none"/>
        <c:minorTickMark val="none"/>
        <c:tickLblPos val="nextTo"/>
        <c:spPr>
          <a:ln w="9525">
            <a:solidFill>
              <a:srgbClr val="D4D4D4"/>
            </a:solidFill>
            <a:prstDash val="solid"/>
          </a:ln>
        </c:spPr>
        <c:txPr>
          <a:bodyPr anchorCtr="1"/>
          <a:lstStyle/>
          <a:p>
            <a:pPr>
              <a:defRPr sz="1350">
                <a:solidFill>
                  <a:srgbClr val="756C78"/>
                </a:solidFill>
                <a:latin typeface="Arial"/>
                <a:ea typeface="Arial"/>
                <a:cs typeface="Arial"/>
              </a:defRPr>
            </a:pPr>
            <a:endParaRPr lang="en-US"/>
          </a:p>
        </c:txPr>
        <c:crossAx val="48650112"/>
        <c:crosses val="autoZero"/>
        <c:crossBetween val="between"/>
      </c:valAx>
      <c:spPr>
        <a:solidFill>
          <a:srgbClr val="FAF8F5"/>
        </a:solidFill>
      </c:spPr>
    </c:plotArea>
    <c:plotVisOnly val="1"/>
    <c:dispBlanksAs val="zero"/>
    <c:showDLblsOverMax val="1"/>
  </c:chart>
  <c:spPr>
    <a:solidFill>
      <a:srgbClr val="FAF8F5"/>
    </a:solid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ar-SA"/>
  <c:roundedCorners val="1"/>
  <c:style val="2"/>
  <c:chart>
    <c:autoTitleDeleted val="1"/>
    <c:plotArea>
      <c:layout/>
      <c:barChart>
        <c:barDir val="col"/>
        <c:grouping val="clustered"/>
        <c:varyColors val="0"/>
        <c:ser>
          <c:idx val="0"/>
          <c:order val="0"/>
          <c:tx>
            <c:v>Price in BDT</c:v>
          </c:tx>
          <c:spPr>
            <a:solidFill>
              <a:srgbClr val="522D60"/>
            </a:solidFill>
          </c:spPr>
          <c:invertIfNegative val="0"/>
          <c:dLbls>
            <c:numFmt formatCode="0.00" sourceLinked="0"/>
            <c:spPr>
              <a:noFill/>
              <a:ln>
                <a:noFill/>
              </a:ln>
              <a:effectLst/>
            </c:spPr>
            <c:txPr>
              <a:bodyPr anchorCtr="1"/>
              <a:lstStyle/>
              <a:p>
                <a:pPr>
                  <a:defRPr sz="1500">
                    <a:solidFill>
                      <a:srgbClr val="26182E"/>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Celofen</c:v>
                </c:pt>
                <c:pt idx="1">
                  <c:v>Group minimum</c:v>
                </c:pt>
              </c:strCache>
            </c:strRef>
          </c:cat>
          <c:val>
            <c:numRef>
              <c:f>'Chart Data'!$B$2:$B$3</c:f>
              <c:numCache>
                <c:formatCode>0.00</c:formatCode>
                <c:ptCount val="2"/>
                <c:pt idx="0">
                  <c:v>4.01</c:v>
                </c:pt>
                <c:pt idx="1">
                  <c:v>1.5</c:v>
                </c:pt>
              </c:numCache>
            </c:numRef>
          </c:val>
          <c:extLst>
            <c:ext xmlns:c16="http://schemas.microsoft.com/office/drawing/2014/chart" uri="{C3380CC4-5D6E-409C-BE32-E72D297353CC}">
              <c16:uniqueId val="{00000000-4A59-4064-AA09-B73ADA9A1F69}"/>
            </c:ext>
          </c:extLst>
        </c:ser>
        <c:dLbls>
          <c:dLblPos val="outEnd"/>
          <c:showLegendKey val="0"/>
          <c:showVal val="1"/>
          <c:showCatName val="0"/>
          <c:showSerName val="0"/>
          <c:showPercent val="0"/>
          <c:showBubbleSize val="0"/>
        </c:dLbls>
        <c:gapWidth val="7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425">
                <a:solidFill>
                  <a:srgbClr val="756C78"/>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in val="0"/>
        </c:scaling>
        <c:delete val="0"/>
        <c:axPos val="l"/>
        <c:majorGridlines>
          <c:spPr>
            <a:ln w="9525">
              <a:solidFill>
                <a:srgbClr val="E5DEE7"/>
              </a:solidFill>
            </a:ln>
          </c:spPr>
        </c:majorGridlines>
        <c:numFmt formatCode="0.00" sourceLinked="1"/>
        <c:majorTickMark val="none"/>
        <c:minorTickMark val="none"/>
        <c:tickLblPos val="nextTo"/>
        <c:spPr>
          <a:ln w="9525">
            <a:solidFill>
              <a:srgbClr val="D4D4D4"/>
            </a:solidFill>
            <a:prstDash val="solid"/>
          </a:ln>
        </c:spPr>
        <c:txPr>
          <a:bodyPr anchorCtr="1"/>
          <a:lstStyle/>
          <a:p>
            <a:pPr>
              <a:defRPr sz="1350">
                <a:solidFill>
                  <a:srgbClr val="756C78"/>
                </a:solidFill>
                <a:latin typeface="Arial"/>
                <a:ea typeface="Arial"/>
                <a:cs typeface="Arial"/>
              </a:defRPr>
            </a:pPr>
            <a:endParaRPr lang="en-US"/>
          </a:p>
        </c:txPr>
        <c:crossAx val="48650112"/>
        <c:crosses val="autoZero"/>
        <c:crossBetween val="between"/>
      </c:valAx>
      <c:spPr>
        <a:solidFill>
          <a:srgbClr val="FAF8F5"/>
        </a:solidFill>
      </c:spPr>
    </c:plotArea>
    <c:plotVisOnly val="1"/>
    <c:dispBlanksAs val="zero"/>
    <c:showDLblsOverMax val="1"/>
  </c:chart>
  <c:spPr>
    <a:solidFill>
      <a:srgbClr val="FAF8F5"/>
    </a:solidFill>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ar-SA"/>
  <c:roundedCorners val="1"/>
  <c:style val="2"/>
  <c:chart>
    <c:autoTitleDeleted val="1"/>
    <c:plotArea>
      <c:layout/>
      <c:barChart>
        <c:barDir val="col"/>
        <c:grouping val="clustered"/>
        <c:varyColors val="0"/>
        <c:ser>
          <c:idx val="0"/>
          <c:order val="0"/>
          <c:tx>
            <c:v>Median index</c:v>
          </c:tx>
          <c:spPr>
            <a:solidFill>
              <a:srgbClr val="522D60"/>
            </a:solidFill>
          </c:spPr>
          <c:invertIfNegative val="0"/>
          <c:dLbls>
            <c:numFmt formatCode="0.00" sourceLinked="0"/>
            <c:spPr>
              <a:noFill/>
              <a:ln>
                <a:noFill/>
              </a:ln>
              <a:effectLst/>
            </c:spPr>
            <c:txPr>
              <a:bodyPr anchorCtr="1"/>
              <a:lstStyle/>
              <a:p>
                <a:pPr>
                  <a:defRPr sz="1500">
                    <a:solidFill>
                      <a:srgbClr val="26182E"/>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Gonoshasthaya</c:v>
                </c:pt>
                <c:pt idx="1">
                  <c:v>Delta</c:v>
                </c:pt>
                <c:pt idx="2">
                  <c:v>Marker</c:v>
                </c:pt>
                <c:pt idx="3">
                  <c:v>Orbit</c:v>
                </c:pt>
                <c:pt idx="4">
                  <c:v>Aexim</c:v>
                </c:pt>
              </c:strCache>
            </c:strRef>
          </c:cat>
          <c:val>
            <c:numRef>
              <c:f>'Chart Data'!$B$2:$B$6</c:f>
              <c:numCache>
                <c:formatCode>0.00</c:formatCode>
                <c:ptCount val="5"/>
                <c:pt idx="0">
                  <c:v>0.76</c:v>
                </c:pt>
                <c:pt idx="1">
                  <c:v>0.8</c:v>
                </c:pt>
                <c:pt idx="2">
                  <c:v>0.86</c:v>
                </c:pt>
                <c:pt idx="3">
                  <c:v>0.86</c:v>
                </c:pt>
                <c:pt idx="4">
                  <c:v>0.87</c:v>
                </c:pt>
              </c:numCache>
            </c:numRef>
          </c:val>
          <c:extLst>
            <c:ext xmlns:c16="http://schemas.microsoft.com/office/drawing/2014/chart" uri="{C3380CC4-5D6E-409C-BE32-E72D297353CC}">
              <c16:uniqueId val="{00000000-8E3E-486D-A87F-361C0E75C6D1}"/>
            </c:ext>
          </c:extLst>
        </c:ser>
        <c:dLbls>
          <c:dLblPos val="outEnd"/>
          <c:showLegendKey val="0"/>
          <c:showVal val="1"/>
          <c:showCatName val="0"/>
          <c:showSerName val="0"/>
          <c:showPercent val="0"/>
          <c:showBubbleSize val="0"/>
        </c:dLbls>
        <c:gapWidth val="7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425">
                <a:solidFill>
                  <a:srgbClr val="756C78"/>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in val="0"/>
        </c:scaling>
        <c:delete val="0"/>
        <c:axPos val="l"/>
        <c:majorGridlines>
          <c:spPr>
            <a:ln w="9525">
              <a:solidFill>
                <a:srgbClr val="E5DEE7"/>
              </a:solidFill>
            </a:ln>
          </c:spPr>
        </c:majorGridlines>
        <c:numFmt formatCode="0.00" sourceLinked="1"/>
        <c:majorTickMark val="none"/>
        <c:minorTickMark val="none"/>
        <c:tickLblPos val="nextTo"/>
        <c:spPr>
          <a:ln w="9525">
            <a:solidFill>
              <a:srgbClr val="D4D4D4"/>
            </a:solidFill>
            <a:prstDash val="solid"/>
          </a:ln>
        </c:spPr>
        <c:txPr>
          <a:bodyPr anchorCtr="1"/>
          <a:lstStyle/>
          <a:p>
            <a:pPr>
              <a:defRPr sz="1350">
                <a:solidFill>
                  <a:srgbClr val="756C78"/>
                </a:solidFill>
                <a:latin typeface="Arial"/>
                <a:ea typeface="Arial"/>
                <a:cs typeface="Arial"/>
              </a:defRPr>
            </a:pPr>
            <a:endParaRPr lang="en-US"/>
          </a:p>
        </c:txPr>
        <c:crossAx val="48650112"/>
        <c:crosses val="autoZero"/>
        <c:crossBetween val="between"/>
      </c:valAx>
      <c:spPr>
        <a:solidFill>
          <a:srgbClr val="FAF8F5"/>
        </a:solidFill>
      </c:spPr>
    </c:plotArea>
    <c:plotVisOnly val="1"/>
    <c:dispBlanksAs val="zero"/>
    <c:showDLblsOverMax val="1"/>
  </c:chart>
  <c:spPr>
    <a:solidFill>
      <a:srgbClr val="FAF8F5"/>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README.md and project files. This project analyzes medicine data from Bangladesh, covering data preparation, database modeling, price analysis and interactive applications.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README.md and notebooks/07_alternatives_price_analysis.ipynb. Alternatives refer to matching recorded product information. They do not establish clinical bioequivalence or constitute treatment recommendations.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notebooks/01 through 07, sql/ and utils/data_loader.py. These are the conceptual stages. Current applications read SQLite and prepared CSV outputs. The SQL scripts target SQL Server.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data/medicine.db. Table counts come from COUNT queries. README.md identifies the original Kaggle dataset as Assorted Medicine Dataset of Bangladesh.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notebooks/02_data_cleaning.ipynb, reports/cleaning_report.md and Summery.md. There are 20,357 known prices and 1,357 missing prices: 1,279 ambiguous multiple-price cases, 42 missing descriptions and 36 descriptions without price information.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reports/cleaning_report.md and notebooks/02_data_cleaning.ipynb. This illustrates a documented input pattern. A bottle or tube price refers to the described container and is not necessarily a standardized volume price.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sql/02_create_tables.sql, sql/03_create_constraints.sql and sql/05_validation.sql. Relationships are one-to-many in the recorded model. generic_id permits NULL for two medicines without a generic in the source.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data/medicine.db, vw_medicine_details. Analysis uses 20,357 non-null prices. Bins include the lower bound and exclude the upper bound. Mean: 349.99 BDT. Median: 15.05 BDT. Depending on the description, prices refer to units or containers, not a standardized treatment dose.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data/medicine.db. Record counts from vw_medicine_details grouped by manufacturer_name. This ranking measures product representation in the dataset, not sales or market share.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notebooks/07_alternatives_price_analysis.ipynb. Grouping key: generic_name + dosage_form_name + strength_normalized. Analysis requires known prices, at least two priced brands and one price basis within each group.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reports/analysis/alternatives_per_medicine.csv and alternatives_per_group.csv. 79.8% of all comparable medicines have positive savings. The 28.6% median is calculated only among medicines with positive savings. 15.4% of all comparable medicines have potential savings of at least 50%.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reports/analysis/alternatives_per_medicine.csv, brand_id=1. Celofen: Aceclofenac, Tablet, 100 mg, ACI Limited. Price: 4.01 BDT. Group minimum: 1.50 BDT. The group contains 103 products and 102 alternatives. The 30-unit scenario is arithmetic, not a dosage recommendation.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reports/analysis/manufacturer_price_index.csv and notebooks/07_alternatives_price_analysis.ipynb. Product index = price / group median price. A manufacturer index is the median of its product indices. Analysis includes 107 manufacturers with at least 30 comparable products. The chart shows five manufacturers at the lower end of the index, not a purchase recommendation.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app.py, pages/, dashboard/app.py, dashboard/static/dashboard.js and index.html. Streamlit uses utils/data_loader.py. Flask exposes a separate API reading SQLite and CSV files. The HTML portal contains embedded examples rather than a live database browser.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README.md, notebooks/07_alternatives_price_analysis.ipynb, utils/analysis.py and dashboard/app.py. The notebook excludes groups with mixed price bases. Live alternative search currently matches generic, form and strength. Improvements listed here are proposals, not completed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project structure and README.md. Completed outputs include cleaned data, a relational model, SQL Server scripts, SQLite, analysis notebooks, CSV reports and figures, Streamlit, Flask and an HTML portal.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actual project files. This appendix is a quick reference. Notebook 03 examines relationships and also exports mappings. Notebook 04 regenerates mappings as a separate step.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actual project files. utils/ui.py controls styling. run_*.py selects available ports. Batch launchers locate Python and check requirements. Summery.md contains historical context and may not reflect the latest project state.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BB03AA2-B0BB-40AC-94B0-796B635E350A}"/>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961216F7-D043-477C-9D5F-181E8C147CD8}"/>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638D8379-A35D-4C4B-BA53-ECF7A8397C0E}"/>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2AE185A-C196-4F18-BD81-6F45BAF06C2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A1768FD0-732E-4C62-93E6-5C80E5C939AE}"/>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50325A16-31A8-497A-A066-2C022DDD09F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3432803F-CFA3-43AD-A7E3-E038E677EAD6}"/>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87E30C75-5FE5-4E44-A493-1287FE9B540B}"/>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9C7D665-6AA2-4B3D-8866-8ABB5CEC48B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8AA1D461-F826-4A19-BE66-EF06C6623510}"/>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22D60"/>
        </a:solidFill>
        <a:effectLst/>
      </p:bgPr>
    </p:bg>
    <p:spTree>
      <p:nvGrpSpPr>
        <p:cNvPr id="1" name=""/>
        <p:cNvGrpSpPr/>
        <p:nvPr/>
      </p:nvGrpSpPr>
      <p:grpSpPr>
        <a:xfrm>
          <a:off x="0" y="0"/>
          <a:ext cx="0" cy="0"/>
          <a:chOff x="0" y="0"/>
          <a:chExt cx="0" cy="0"/>
        </a:xfrm>
      </p:grpSpPr>
      <p:sp>
        <p:nvSpPr>
          <p:cNvPr id="7" name="مستطيل 6">
            <a:extLst>
              <a:ext uri="{FF2B5EF4-FFF2-40B4-BE49-F238E27FC236}">
                <a16:creationId xmlns:a16="http://schemas.microsoft.com/office/drawing/2014/main" id="{F4CD563B-D867-4DCA-810A-199C64D6C7D8}"/>
              </a:ext>
            </a:extLst>
          </p:cNvPr>
          <p:cNvSpPr>
            <a:spLocks noGrp="1"/>
          </p:cNvSpPr>
          <p:nvPr/>
        </p:nvSpPr>
        <p:spPr>
          <a:xfrm>
            <a:off x="685800" y="457200"/>
            <a:ext cx="10820400" cy="742950"/>
          </a:xfrm>
          <a:prstGeom prst="rect">
            <a:avLst/>
          </a:prstGeom>
          <a:noFill/>
          <a:ln w="0">
            <a:noFill/>
          </a:ln>
        </p:spPr>
        <p:txBody>
          <a:bodyPr lIns="0" tIns="0" rIns="0" bIns="0" anchor="ctr"/>
          <a:lstStyle>
            <a:defPPr algn="l">
              <a:defRPr sz="3300" b="1">
                <a:solidFill>
                  <a:srgbClr val="FFFFFF"/>
                </a:solidFill>
                <a:latin typeface="Arial"/>
                <a:ea typeface="Arial"/>
                <a:cs typeface="Arial"/>
              </a:defRPr>
            </a:defPPr>
            <a:lvl1pPr algn="l">
              <a:defRPr sz="3300" b="1">
                <a:solidFill>
                  <a:srgbClr val="FFFFFF"/>
                </a:solidFill>
                <a:latin typeface="Arial"/>
                <a:ea typeface="Arial"/>
                <a:cs typeface="Arial"/>
              </a:defRPr>
            </a:lvl1pPr>
            <a:lvl2pPr algn="l">
              <a:defRPr sz="3300" b="1">
                <a:solidFill>
                  <a:srgbClr val="FFFFFF"/>
                </a:solidFill>
                <a:latin typeface="Arial"/>
                <a:ea typeface="Arial"/>
                <a:cs typeface="Arial"/>
              </a:defRPr>
            </a:lvl2pPr>
            <a:lvl3pPr algn="l">
              <a:defRPr sz="3300" b="1">
                <a:solidFill>
                  <a:srgbClr val="FFFFFF"/>
                </a:solidFill>
                <a:latin typeface="Arial"/>
                <a:ea typeface="Arial"/>
                <a:cs typeface="Arial"/>
              </a:defRPr>
            </a:lvl3pPr>
            <a:lvl4pPr algn="l">
              <a:defRPr sz="3300" b="1">
                <a:solidFill>
                  <a:srgbClr val="FFFFFF"/>
                </a:solidFill>
                <a:latin typeface="Arial"/>
                <a:ea typeface="Arial"/>
                <a:cs typeface="Arial"/>
              </a:defRPr>
            </a:lvl4pPr>
            <a:lvl5pPr algn="l">
              <a:defRPr sz="3300" b="1">
                <a:solidFill>
                  <a:srgbClr val="FFFFFF"/>
                </a:solidFill>
                <a:latin typeface="Arial"/>
                <a:ea typeface="Arial"/>
                <a:cs typeface="Arial"/>
              </a:defRPr>
            </a:lvl5pPr>
            <a:lvl6pPr algn="l">
              <a:defRPr sz="3300" b="1">
                <a:solidFill>
                  <a:srgbClr val="FFFFFF"/>
                </a:solidFill>
                <a:latin typeface="Arial"/>
                <a:ea typeface="Arial"/>
                <a:cs typeface="Arial"/>
              </a:defRPr>
            </a:lvl6pPr>
            <a:lvl7pPr algn="l">
              <a:defRPr sz="3300" b="1">
                <a:solidFill>
                  <a:srgbClr val="FFFFFF"/>
                </a:solidFill>
                <a:latin typeface="Arial"/>
                <a:ea typeface="Arial"/>
                <a:cs typeface="Arial"/>
              </a:defRPr>
            </a:lvl7pPr>
            <a:lvl8pPr algn="l">
              <a:defRPr sz="3300" b="1">
                <a:solidFill>
                  <a:srgbClr val="FFFFFF"/>
                </a:solidFill>
                <a:latin typeface="Arial"/>
                <a:ea typeface="Arial"/>
                <a:cs typeface="Arial"/>
              </a:defRPr>
            </a:lvl8pPr>
            <a:lvl9pPr algn="l">
              <a:defRPr sz="3300" b="1">
                <a:solidFill>
                  <a:srgbClr val="FFFFFF"/>
                </a:solidFill>
                <a:latin typeface="Arial"/>
                <a:ea typeface="Arial"/>
                <a:cs typeface="Arial"/>
              </a:defRPr>
            </a:lvl9pPr>
          </a:lstStyle>
          <a:p>
            <a:pPr algn="l">
              <a:defRPr sz="3300" b="1">
                <a:solidFill>
                  <a:srgbClr val="FFFFFF"/>
                </a:solidFill>
                <a:latin typeface="Arial"/>
                <a:ea typeface="Arial"/>
                <a:cs typeface="Arial"/>
              </a:defRPr>
            </a:pPr>
            <a:r>
              <a:rPr sz="3300" b="1">
                <a:solidFill>
                  <a:srgbClr val="FFFFFF"/>
                </a:solidFill>
                <a:latin typeface="Arial"/>
                <a:ea typeface="Arial"/>
                <a:cs typeface="Arial"/>
              </a:rPr>
              <a:t>Medicine Prices and Alternatives</a:t>
            </a:r>
          </a:p>
        </p:txBody>
      </p:sp>
      <p:sp>
        <p:nvSpPr>
          <p:cNvPr id="2" name="مستطيل 1">
            <a:extLst>
              <a:ext uri="{FF2B5EF4-FFF2-40B4-BE49-F238E27FC236}">
                <a16:creationId xmlns:a16="http://schemas.microsoft.com/office/drawing/2014/main" id="{DF15FCE9-166B-47EA-8852-8BA273971CFC}"/>
              </a:ext>
            </a:extLst>
          </p:cNvPr>
          <p:cNvSpPr>
            <a:spLocks noGrp="1"/>
          </p:cNvSpPr>
          <p:nvPr/>
        </p:nvSpPr>
        <p:spPr>
          <a:xfrm>
            <a:off x="685800" y="6324600"/>
            <a:ext cx="476250" cy="209550"/>
          </a:xfrm>
          <a:prstGeom prst="rect">
            <a:avLst/>
          </a:prstGeom>
          <a:noFill/>
          <a:ln w="0">
            <a:noFill/>
          </a:ln>
        </p:spPr>
        <p:txBody>
          <a:bodyPr lIns="0" tIns="0" rIns="0" bIns="0" anchor="ctr"/>
          <a:lstStyle>
            <a:defPPr algn="l">
              <a:defRPr sz="1200" b="0">
                <a:solidFill>
                  <a:srgbClr val="FFD38B"/>
                </a:solidFill>
                <a:latin typeface="Arial"/>
                <a:ea typeface="Arial"/>
                <a:cs typeface="Arial"/>
              </a:defRPr>
            </a:defPPr>
            <a:lvl1pPr algn="l">
              <a:defRPr sz="1200" b="0">
                <a:solidFill>
                  <a:srgbClr val="FFD38B"/>
                </a:solidFill>
                <a:latin typeface="Arial"/>
                <a:ea typeface="Arial"/>
                <a:cs typeface="Arial"/>
              </a:defRPr>
            </a:lvl1pPr>
            <a:lvl2pPr algn="l">
              <a:defRPr sz="1200" b="0">
                <a:solidFill>
                  <a:srgbClr val="FFD38B"/>
                </a:solidFill>
                <a:latin typeface="Arial"/>
                <a:ea typeface="Arial"/>
                <a:cs typeface="Arial"/>
              </a:defRPr>
            </a:lvl2pPr>
            <a:lvl3pPr algn="l">
              <a:defRPr sz="1200" b="0">
                <a:solidFill>
                  <a:srgbClr val="FFD38B"/>
                </a:solidFill>
                <a:latin typeface="Arial"/>
                <a:ea typeface="Arial"/>
                <a:cs typeface="Arial"/>
              </a:defRPr>
            </a:lvl3pPr>
            <a:lvl4pPr algn="l">
              <a:defRPr sz="1200" b="0">
                <a:solidFill>
                  <a:srgbClr val="FFD38B"/>
                </a:solidFill>
                <a:latin typeface="Arial"/>
                <a:ea typeface="Arial"/>
                <a:cs typeface="Arial"/>
              </a:defRPr>
            </a:lvl4pPr>
            <a:lvl5pPr algn="l">
              <a:defRPr sz="1200" b="0">
                <a:solidFill>
                  <a:srgbClr val="FFD38B"/>
                </a:solidFill>
                <a:latin typeface="Arial"/>
                <a:ea typeface="Arial"/>
                <a:cs typeface="Arial"/>
              </a:defRPr>
            </a:lvl5pPr>
            <a:lvl6pPr algn="l">
              <a:defRPr sz="1200" b="0">
                <a:solidFill>
                  <a:srgbClr val="FFD38B"/>
                </a:solidFill>
                <a:latin typeface="Arial"/>
                <a:ea typeface="Arial"/>
                <a:cs typeface="Arial"/>
              </a:defRPr>
            </a:lvl6pPr>
            <a:lvl7pPr algn="l">
              <a:defRPr sz="1200" b="0">
                <a:solidFill>
                  <a:srgbClr val="FFD38B"/>
                </a:solidFill>
                <a:latin typeface="Arial"/>
                <a:ea typeface="Arial"/>
                <a:cs typeface="Arial"/>
              </a:defRPr>
            </a:lvl7pPr>
            <a:lvl8pPr algn="l">
              <a:defRPr sz="1200" b="0">
                <a:solidFill>
                  <a:srgbClr val="FFD38B"/>
                </a:solidFill>
                <a:latin typeface="Arial"/>
                <a:ea typeface="Arial"/>
                <a:cs typeface="Arial"/>
              </a:defRPr>
            </a:lvl8pPr>
            <a:lvl9pPr algn="l">
              <a:defRPr sz="1200" b="0">
                <a:solidFill>
                  <a:srgbClr val="FFD38B"/>
                </a:solidFill>
                <a:latin typeface="Arial"/>
                <a:ea typeface="Arial"/>
                <a:cs typeface="Arial"/>
              </a:defRPr>
            </a:lvl9pPr>
          </a:lstStyle>
          <a:p>
            <a:pPr algn="l">
              <a:defRPr sz="1200" b="0">
                <a:solidFill>
                  <a:srgbClr val="FFD38B"/>
                </a:solidFill>
                <a:latin typeface="Arial"/>
                <a:ea typeface="Arial"/>
                <a:cs typeface="Arial"/>
              </a:defRPr>
            </a:pPr>
            <a:r>
              <a:rPr sz="1200" b="0">
                <a:solidFill>
                  <a:srgbClr val="FFD38B"/>
                </a:solidFill>
                <a:latin typeface="Arial"/>
                <a:ea typeface="Arial"/>
                <a:cs typeface="Arial"/>
              </a:rPr>
              <a:t>01</a:t>
            </a:r>
          </a:p>
        </p:txBody>
      </p:sp>
      <p:sp>
        <p:nvSpPr>
          <p:cNvPr id="3" name="مستطيل 2">
            <a:extLst>
              <a:ext uri="{FF2B5EF4-FFF2-40B4-BE49-F238E27FC236}">
                <a16:creationId xmlns:a16="http://schemas.microsoft.com/office/drawing/2014/main" id="{C4847E32-38A2-41CE-8DDA-692108C763C3}"/>
              </a:ext>
            </a:extLst>
          </p:cNvPr>
          <p:cNvSpPr>
            <a:spLocks noGrp="1"/>
          </p:cNvSpPr>
          <p:nvPr/>
        </p:nvSpPr>
        <p:spPr>
          <a:xfrm>
            <a:off x="762000" y="1952625"/>
            <a:ext cx="10668000" cy="1047750"/>
          </a:xfrm>
          <a:prstGeom prst="rect">
            <a:avLst/>
          </a:prstGeom>
          <a:noFill/>
          <a:ln w="0">
            <a:noFill/>
          </a:ln>
        </p:spPr>
        <p:txBody>
          <a:bodyPr lIns="0" tIns="0" rIns="0" bIns="0" anchor="ctr"/>
          <a:lstStyle>
            <a:defPPr algn="l">
              <a:defRPr sz="7050" b="1">
                <a:solidFill>
                  <a:srgbClr val="FFD38B"/>
                </a:solidFill>
                <a:latin typeface="Arial"/>
                <a:ea typeface="Arial"/>
                <a:cs typeface="Arial"/>
              </a:defRPr>
            </a:defPPr>
            <a:lvl1pPr algn="l">
              <a:defRPr sz="7050" b="1">
                <a:solidFill>
                  <a:srgbClr val="FFD38B"/>
                </a:solidFill>
                <a:latin typeface="Arial"/>
                <a:ea typeface="Arial"/>
                <a:cs typeface="Arial"/>
              </a:defRPr>
            </a:lvl1pPr>
            <a:lvl2pPr algn="l">
              <a:defRPr sz="7050" b="1">
                <a:solidFill>
                  <a:srgbClr val="FFD38B"/>
                </a:solidFill>
                <a:latin typeface="Arial"/>
                <a:ea typeface="Arial"/>
                <a:cs typeface="Arial"/>
              </a:defRPr>
            </a:lvl2pPr>
            <a:lvl3pPr algn="l">
              <a:defRPr sz="7050" b="1">
                <a:solidFill>
                  <a:srgbClr val="FFD38B"/>
                </a:solidFill>
                <a:latin typeface="Arial"/>
                <a:ea typeface="Arial"/>
                <a:cs typeface="Arial"/>
              </a:defRPr>
            </a:lvl3pPr>
            <a:lvl4pPr algn="l">
              <a:defRPr sz="7050" b="1">
                <a:solidFill>
                  <a:srgbClr val="FFD38B"/>
                </a:solidFill>
                <a:latin typeface="Arial"/>
                <a:ea typeface="Arial"/>
                <a:cs typeface="Arial"/>
              </a:defRPr>
            </a:lvl4pPr>
            <a:lvl5pPr algn="l">
              <a:defRPr sz="7050" b="1">
                <a:solidFill>
                  <a:srgbClr val="FFD38B"/>
                </a:solidFill>
                <a:latin typeface="Arial"/>
                <a:ea typeface="Arial"/>
                <a:cs typeface="Arial"/>
              </a:defRPr>
            </a:lvl5pPr>
            <a:lvl6pPr algn="l">
              <a:defRPr sz="7050" b="1">
                <a:solidFill>
                  <a:srgbClr val="FFD38B"/>
                </a:solidFill>
                <a:latin typeface="Arial"/>
                <a:ea typeface="Arial"/>
                <a:cs typeface="Arial"/>
              </a:defRPr>
            </a:lvl6pPr>
            <a:lvl7pPr algn="l">
              <a:defRPr sz="7050" b="1">
                <a:solidFill>
                  <a:srgbClr val="FFD38B"/>
                </a:solidFill>
                <a:latin typeface="Arial"/>
                <a:ea typeface="Arial"/>
                <a:cs typeface="Arial"/>
              </a:defRPr>
            </a:lvl7pPr>
            <a:lvl8pPr algn="l">
              <a:defRPr sz="7050" b="1">
                <a:solidFill>
                  <a:srgbClr val="FFD38B"/>
                </a:solidFill>
                <a:latin typeface="Arial"/>
                <a:ea typeface="Arial"/>
                <a:cs typeface="Arial"/>
              </a:defRPr>
            </a:lvl8pPr>
            <a:lvl9pPr algn="l">
              <a:defRPr sz="7050" b="1">
                <a:solidFill>
                  <a:srgbClr val="FFD38B"/>
                </a:solidFill>
                <a:latin typeface="Arial"/>
                <a:ea typeface="Arial"/>
                <a:cs typeface="Arial"/>
              </a:defRPr>
            </a:lvl9pPr>
          </a:lstStyle>
          <a:p>
            <a:pPr algn="l">
              <a:defRPr sz="7050" b="1">
                <a:solidFill>
                  <a:srgbClr val="FFD38B"/>
                </a:solidFill>
                <a:latin typeface="Arial"/>
                <a:ea typeface="Arial"/>
                <a:cs typeface="Arial"/>
              </a:defRPr>
            </a:pPr>
            <a:r>
              <a:rPr sz="7050" b="1">
                <a:solidFill>
                  <a:srgbClr val="FFD38B"/>
                </a:solidFill>
                <a:latin typeface="Arial"/>
                <a:ea typeface="Arial"/>
                <a:cs typeface="Arial"/>
              </a:rPr>
              <a:t>MedicineDB</a:t>
            </a:r>
          </a:p>
        </p:txBody>
      </p:sp>
      <p:sp>
        <p:nvSpPr>
          <p:cNvPr id="4" name="مستطيل 3">
            <a:extLst>
              <a:ext uri="{FF2B5EF4-FFF2-40B4-BE49-F238E27FC236}">
                <a16:creationId xmlns:a16="http://schemas.microsoft.com/office/drawing/2014/main" id="{148CD5E8-AC2F-4C0B-87E2-ABCC484EFAFF}"/>
              </a:ext>
            </a:extLst>
          </p:cNvPr>
          <p:cNvSpPr>
            <a:spLocks noGrp="1"/>
          </p:cNvSpPr>
          <p:nvPr/>
        </p:nvSpPr>
        <p:spPr>
          <a:xfrm>
            <a:off x="762000" y="3238500"/>
            <a:ext cx="10668000" cy="571500"/>
          </a:xfrm>
          <a:prstGeom prst="rect">
            <a:avLst/>
          </a:prstGeom>
          <a:noFill/>
          <a:ln w="0">
            <a:noFill/>
          </a:ln>
        </p:spPr>
        <p:txBody>
          <a:bodyPr lIns="0" tIns="0" rIns="0" bIns="0" anchor="ctr"/>
          <a:lstStyle>
            <a:defPPr algn="l">
              <a:defRPr sz="2400" b="0">
                <a:solidFill>
                  <a:srgbClr val="FFFFFF"/>
                </a:solidFill>
                <a:latin typeface="Arial"/>
                <a:ea typeface="Arial"/>
                <a:cs typeface="Arial"/>
              </a:defRPr>
            </a:defPPr>
            <a:lvl1pPr algn="l">
              <a:defRPr sz="2400" b="0">
                <a:solidFill>
                  <a:srgbClr val="FFFFFF"/>
                </a:solidFill>
                <a:latin typeface="Arial"/>
                <a:ea typeface="Arial"/>
                <a:cs typeface="Arial"/>
              </a:defRPr>
            </a:lvl1pPr>
            <a:lvl2pPr algn="l">
              <a:defRPr sz="2400" b="0">
                <a:solidFill>
                  <a:srgbClr val="FFFFFF"/>
                </a:solidFill>
                <a:latin typeface="Arial"/>
                <a:ea typeface="Arial"/>
                <a:cs typeface="Arial"/>
              </a:defRPr>
            </a:lvl2pPr>
            <a:lvl3pPr algn="l">
              <a:defRPr sz="2400" b="0">
                <a:solidFill>
                  <a:srgbClr val="FFFFFF"/>
                </a:solidFill>
                <a:latin typeface="Arial"/>
                <a:ea typeface="Arial"/>
                <a:cs typeface="Arial"/>
              </a:defRPr>
            </a:lvl3pPr>
            <a:lvl4pPr algn="l">
              <a:defRPr sz="2400" b="0">
                <a:solidFill>
                  <a:srgbClr val="FFFFFF"/>
                </a:solidFill>
                <a:latin typeface="Arial"/>
                <a:ea typeface="Arial"/>
                <a:cs typeface="Arial"/>
              </a:defRPr>
            </a:lvl4pPr>
            <a:lvl5pPr algn="l">
              <a:defRPr sz="2400" b="0">
                <a:solidFill>
                  <a:srgbClr val="FFFFFF"/>
                </a:solidFill>
                <a:latin typeface="Arial"/>
                <a:ea typeface="Arial"/>
                <a:cs typeface="Arial"/>
              </a:defRPr>
            </a:lvl5pPr>
            <a:lvl6pPr algn="l">
              <a:defRPr sz="2400" b="0">
                <a:solidFill>
                  <a:srgbClr val="FFFFFF"/>
                </a:solidFill>
                <a:latin typeface="Arial"/>
                <a:ea typeface="Arial"/>
                <a:cs typeface="Arial"/>
              </a:defRPr>
            </a:lvl6pPr>
            <a:lvl7pPr algn="l">
              <a:defRPr sz="2400" b="0">
                <a:solidFill>
                  <a:srgbClr val="FFFFFF"/>
                </a:solidFill>
                <a:latin typeface="Arial"/>
                <a:ea typeface="Arial"/>
                <a:cs typeface="Arial"/>
              </a:defRPr>
            </a:lvl7pPr>
            <a:lvl8pPr algn="l">
              <a:defRPr sz="2400" b="0">
                <a:solidFill>
                  <a:srgbClr val="FFFFFF"/>
                </a:solidFill>
                <a:latin typeface="Arial"/>
                <a:ea typeface="Arial"/>
                <a:cs typeface="Arial"/>
              </a:defRPr>
            </a:lvl8pPr>
            <a:lvl9pPr algn="l">
              <a:defRPr sz="2400" b="0">
                <a:solidFill>
                  <a:srgbClr val="FFFFFF"/>
                </a:solidFill>
                <a:latin typeface="Arial"/>
                <a:ea typeface="Arial"/>
                <a:cs typeface="Arial"/>
              </a:defRPr>
            </a:lvl9pPr>
          </a:lstStyle>
          <a:p>
            <a:pPr algn="l">
              <a:defRPr sz="2400" b="0">
                <a:solidFill>
                  <a:srgbClr val="FFFFFF"/>
                </a:solidFill>
                <a:latin typeface="Arial"/>
                <a:ea typeface="Arial"/>
                <a:cs typeface="Arial"/>
              </a:defRPr>
            </a:pPr>
            <a:r>
              <a:rPr sz="2400" b="0" dirty="0">
                <a:solidFill>
                  <a:srgbClr val="FFFFFF"/>
                </a:solidFill>
                <a:latin typeface="Arial"/>
                <a:ea typeface="Arial"/>
                <a:cs typeface="Arial"/>
              </a:rPr>
              <a:t>Assorted Medicine </a:t>
            </a:r>
            <a:r>
              <a:rPr sz="2400" b="0">
                <a:solidFill>
                  <a:srgbClr val="FFFFFF"/>
                </a:solidFill>
                <a:latin typeface="Arial"/>
                <a:ea typeface="Arial"/>
                <a:cs typeface="Arial"/>
              </a:rPr>
              <a:t>Dataset </a:t>
            </a:r>
            <a:endParaRPr lang="ar-EG"/>
          </a:p>
        </p:txBody>
      </p:sp>
      <p:sp>
        <p:nvSpPr>
          <p:cNvPr id="5" name="مستطيل 4">
            <a:extLst>
              <a:ext uri="{FF2B5EF4-FFF2-40B4-BE49-F238E27FC236}">
                <a16:creationId xmlns:a16="http://schemas.microsoft.com/office/drawing/2014/main" id="{88B69578-9646-472B-B30F-210BF45284CA}"/>
              </a:ext>
            </a:extLst>
          </p:cNvPr>
          <p:cNvSpPr>
            <a:spLocks noGrp="1"/>
          </p:cNvSpPr>
          <p:nvPr/>
        </p:nvSpPr>
        <p:spPr>
          <a:xfrm>
            <a:off x="762000" y="4391025"/>
            <a:ext cx="10668000" cy="609600"/>
          </a:xfrm>
          <a:prstGeom prst="rect">
            <a:avLst/>
          </a:prstGeom>
          <a:noFill/>
          <a:ln w="0">
            <a:noFill/>
          </a:ln>
        </p:spPr>
        <p:txBody>
          <a:bodyPr lIns="0" tIns="0" rIns="0" bIns="0" anchor="ctr"/>
          <a:lstStyle>
            <a:defPPr algn="l">
              <a:defRPr sz="2850" b="1">
                <a:solidFill>
                  <a:srgbClr val="FFFFFF"/>
                </a:solidFill>
                <a:latin typeface="Arial"/>
                <a:ea typeface="Arial"/>
                <a:cs typeface="Arial"/>
              </a:defRPr>
            </a:defPPr>
            <a:lvl1pPr algn="l">
              <a:defRPr sz="2850" b="1">
                <a:solidFill>
                  <a:srgbClr val="FFFFFF"/>
                </a:solidFill>
                <a:latin typeface="Arial"/>
                <a:ea typeface="Arial"/>
                <a:cs typeface="Arial"/>
              </a:defRPr>
            </a:lvl1pPr>
            <a:lvl2pPr algn="l">
              <a:defRPr sz="2850" b="1">
                <a:solidFill>
                  <a:srgbClr val="FFFFFF"/>
                </a:solidFill>
                <a:latin typeface="Arial"/>
                <a:ea typeface="Arial"/>
                <a:cs typeface="Arial"/>
              </a:defRPr>
            </a:lvl2pPr>
            <a:lvl3pPr algn="l">
              <a:defRPr sz="2850" b="1">
                <a:solidFill>
                  <a:srgbClr val="FFFFFF"/>
                </a:solidFill>
                <a:latin typeface="Arial"/>
                <a:ea typeface="Arial"/>
                <a:cs typeface="Arial"/>
              </a:defRPr>
            </a:lvl3pPr>
            <a:lvl4pPr algn="l">
              <a:defRPr sz="2850" b="1">
                <a:solidFill>
                  <a:srgbClr val="FFFFFF"/>
                </a:solidFill>
                <a:latin typeface="Arial"/>
                <a:ea typeface="Arial"/>
                <a:cs typeface="Arial"/>
              </a:defRPr>
            </a:lvl4pPr>
            <a:lvl5pPr algn="l">
              <a:defRPr sz="2850" b="1">
                <a:solidFill>
                  <a:srgbClr val="FFFFFF"/>
                </a:solidFill>
                <a:latin typeface="Arial"/>
                <a:ea typeface="Arial"/>
                <a:cs typeface="Arial"/>
              </a:defRPr>
            </a:lvl5pPr>
            <a:lvl6pPr algn="l">
              <a:defRPr sz="2850" b="1">
                <a:solidFill>
                  <a:srgbClr val="FFFFFF"/>
                </a:solidFill>
                <a:latin typeface="Arial"/>
                <a:ea typeface="Arial"/>
                <a:cs typeface="Arial"/>
              </a:defRPr>
            </a:lvl6pPr>
            <a:lvl7pPr algn="l">
              <a:defRPr sz="2850" b="1">
                <a:solidFill>
                  <a:srgbClr val="FFFFFF"/>
                </a:solidFill>
                <a:latin typeface="Arial"/>
                <a:ea typeface="Arial"/>
                <a:cs typeface="Arial"/>
              </a:defRPr>
            </a:lvl7pPr>
            <a:lvl8pPr algn="l">
              <a:defRPr sz="2850" b="1">
                <a:solidFill>
                  <a:srgbClr val="FFFFFF"/>
                </a:solidFill>
                <a:latin typeface="Arial"/>
                <a:ea typeface="Arial"/>
                <a:cs typeface="Arial"/>
              </a:defRPr>
            </a:lvl8pPr>
            <a:lvl9pPr algn="l">
              <a:defRPr sz="2850" b="1">
                <a:solidFill>
                  <a:srgbClr val="FFFFFF"/>
                </a:solidFill>
                <a:latin typeface="Arial"/>
                <a:ea typeface="Arial"/>
                <a:cs typeface="Arial"/>
              </a:defRPr>
            </a:lvl9pPr>
          </a:lstStyle>
          <a:p>
            <a:pPr algn="l">
              <a:defRPr sz="2850" b="1">
                <a:solidFill>
                  <a:srgbClr val="FFFFFF"/>
                </a:solidFill>
                <a:latin typeface="Arial"/>
                <a:ea typeface="Arial"/>
                <a:cs typeface="Arial"/>
              </a:defRPr>
            </a:pPr>
            <a:r>
              <a:rPr sz="2850" b="1">
                <a:solidFill>
                  <a:srgbClr val="FFFFFF"/>
                </a:solidFill>
                <a:latin typeface="Arial"/>
                <a:ea typeface="Arial"/>
                <a:cs typeface="Arial"/>
              </a:rPr>
              <a:t>An end-to-end data analysis project</a:t>
            </a:r>
          </a:p>
        </p:txBody>
      </p:sp>
      <p:sp>
        <p:nvSpPr>
          <p:cNvPr id="6" name="مستطيل 5">
            <a:extLst>
              <a:ext uri="{FF2B5EF4-FFF2-40B4-BE49-F238E27FC236}">
                <a16:creationId xmlns:a16="http://schemas.microsoft.com/office/drawing/2014/main" id="{9C97E429-57A4-4FBC-9307-35A446BE75E4}"/>
              </a:ext>
            </a:extLst>
          </p:cNvPr>
          <p:cNvSpPr>
            <a:spLocks noGrp="1"/>
          </p:cNvSpPr>
          <p:nvPr/>
        </p:nvSpPr>
        <p:spPr>
          <a:xfrm>
            <a:off x="762000" y="5124450"/>
            <a:ext cx="10668000" cy="495300"/>
          </a:xfrm>
          <a:prstGeom prst="rect">
            <a:avLst/>
          </a:prstGeom>
          <a:noFill/>
          <a:ln w="0">
            <a:noFill/>
          </a:ln>
        </p:spPr>
        <p:txBody>
          <a:bodyPr lIns="0" tIns="0" rIns="0" bIns="0" anchor="ctr"/>
          <a:lstStyle>
            <a:defPPr algn="l">
              <a:defRPr sz="1950" b="0">
                <a:solidFill>
                  <a:srgbClr val="F1DDEB"/>
                </a:solidFill>
                <a:latin typeface="Arial"/>
                <a:ea typeface="Arial"/>
                <a:cs typeface="Arial"/>
              </a:defRPr>
            </a:defPPr>
            <a:lvl1pPr algn="l">
              <a:defRPr sz="1950" b="0">
                <a:solidFill>
                  <a:srgbClr val="F1DDEB"/>
                </a:solidFill>
                <a:latin typeface="Arial"/>
                <a:ea typeface="Arial"/>
                <a:cs typeface="Arial"/>
              </a:defRPr>
            </a:lvl1pPr>
            <a:lvl2pPr algn="l">
              <a:defRPr sz="1950" b="0">
                <a:solidFill>
                  <a:srgbClr val="F1DDEB"/>
                </a:solidFill>
                <a:latin typeface="Arial"/>
                <a:ea typeface="Arial"/>
                <a:cs typeface="Arial"/>
              </a:defRPr>
            </a:lvl2pPr>
            <a:lvl3pPr algn="l">
              <a:defRPr sz="1950" b="0">
                <a:solidFill>
                  <a:srgbClr val="F1DDEB"/>
                </a:solidFill>
                <a:latin typeface="Arial"/>
                <a:ea typeface="Arial"/>
                <a:cs typeface="Arial"/>
              </a:defRPr>
            </a:lvl3pPr>
            <a:lvl4pPr algn="l">
              <a:defRPr sz="1950" b="0">
                <a:solidFill>
                  <a:srgbClr val="F1DDEB"/>
                </a:solidFill>
                <a:latin typeface="Arial"/>
                <a:ea typeface="Arial"/>
                <a:cs typeface="Arial"/>
              </a:defRPr>
            </a:lvl4pPr>
            <a:lvl5pPr algn="l">
              <a:defRPr sz="1950" b="0">
                <a:solidFill>
                  <a:srgbClr val="F1DDEB"/>
                </a:solidFill>
                <a:latin typeface="Arial"/>
                <a:ea typeface="Arial"/>
                <a:cs typeface="Arial"/>
              </a:defRPr>
            </a:lvl5pPr>
            <a:lvl6pPr algn="l">
              <a:defRPr sz="1950" b="0">
                <a:solidFill>
                  <a:srgbClr val="F1DDEB"/>
                </a:solidFill>
                <a:latin typeface="Arial"/>
                <a:ea typeface="Arial"/>
                <a:cs typeface="Arial"/>
              </a:defRPr>
            </a:lvl6pPr>
            <a:lvl7pPr algn="l">
              <a:defRPr sz="1950" b="0">
                <a:solidFill>
                  <a:srgbClr val="F1DDEB"/>
                </a:solidFill>
                <a:latin typeface="Arial"/>
                <a:ea typeface="Arial"/>
                <a:cs typeface="Arial"/>
              </a:defRPr>
            </a:lvl7pPr>
            <a:lvl8pPr algn="l">
              <a:defRPr sz="1950" b="0">
                <a:solidFill>
                  <a:srgbClr val="F1DDEB"/>
                </a:solidFill>
                <a:latin typeface="Arial"/>
                <a:ea typeface="Arial"/>
                <a:cs typeface="Arial"/>
              </a:defRPr>
            </a:lvl8pPr>
            <a:lvl9pPr algn="l">
              <a:defRPr sz="1950" b="0">
                <a:solidFill>
                  <a:srgbClr val="F1DDEB"/>
                </a:solidFill>
                <a:latin typeface="Arial"/>
                <a:ea typeface="Arial"/>
                <a:cs typeface="Arial"/>
              </a:defRPr>
            </a:lvl9pPr>
          </a:lstStyle>
          <a:p>
            <a:pPr algn="l">
              <a:defRPr sz="1950" b="0">
                <a:solidFill>
                  <a:srgbClr val="F1DDEB"/>
                </a:solidFill>
                <a:latin typeface="Arial"/>
                <a:ea typeface="Arial"/>
                <a:cs typeface="Arial"/>
              </a:defRPr>
            </a:pPr>
            <a:r>
              <a:rPr sz="1950" b="0">
                <a:solidFill>
                  <a:srgbClr val="F1DDEB"/>
                </a:solidFill>
                <a:latin typeface="Arial"/>
                <a:ea typeface="Arial"/>
                <a:cs typeface="Arial"/>
              </a:rPr>
              <a:t>Data quality, databases, price analysis and interactive applications</a:t>
            </a:r>
          </a:p>
        </p:txBody>
      </p:sp>
    </p:spTree>
    <p:extLst>
      <p:ext uri="{BB962C8B-B14F-4D97-AF65-F5344CB8AC3E}">
        <p14:creationId xmlns:p14="http://schemas.microsoft.com/office/powerpoint/2010/main" val="1694737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10" name="مستطيل 9">
            <a:extLst>
              <a:ext uri="{FF2B5EF4-FFF2-40B4-BE49-F238E27FC236}">
                <a16:creationId xmlns:a16="http://schemas.microsoft.com/office/drawing/2014/main" id="{17D79A0F-D289-4F99-9331-1B9F1F5EDEF3}"/>
              </a:ext>
            </a:extLst>
          </p:cNvPr>
          <p:cNvSpPr>
            <a:spLocks noGrp="1"/>
          </p:cNvSpPr>
          <p:nvPr/>
        </p:nvSpPr>
        <p:spPr>
          <a:xfrm>
            <a:off x="685800" y="457200"/>
            <a:ext cx="10820400" cy="742950"/>
          </a:xfrm>
          <a:prstGeom prst="rect">
            <a:avLst/>
          </a:prstGeom>
          <a:noFill/>
          <a:ln w="0">
            <a:noFill/>
          </a:ln>
        </p:spPr>
        <p:txBody>
          <a:bodyPr lIns="0" tIns="0" rIns="0" bIns="0" anchor="ctr"/>
          <a:lstStyle>
            <a:defPPr algn="l">
              <a:defRPr sz="3300" b="1">
                <a:solidFill>
                  <a:srgbClr val="26182E"/>
                </a:solidFill>
                <a:latin typeface="Arial"/>
                <a:ea typeface="Arial"/>
                <a:cs typeface="Arial"/>
              </a:defRPr>
            </a:defPPr>
            <a:lvl1pPr algn="l">
              <a:defRPr sz="3300" b="1">
                <a:solidFill>
                  <a:srgbClr val="26182E"/>
                </a:solidFill>
                <a:latin typeface="Arial"/>
                <a:ea typeface="Arial"/>
                <a:cs typeface="Arial"/>
              </a:defRPr>
            </a:lvl1pPr>
            <a:lvl2pPr algn="l">
              <a:defRPr sz="3300" b="1">
                <a:solidFill>
                  <a:srgbClr val="26182E"/>
                </a:solidFill>
                <a:latin typeface="Arial"/>
                <a:ea typeface="Arial"/>
                <a:cs typeface="Arial"/>
              </a:defRPr>
            </a:lvl2pPr>
            <a:lvl3pPr algn="l">
              <a:defRPr sz="3300" b="1">
                <a:solidFill>
                  <a:srgbClr val="26182E"/>
                </a:solidFill>
                <a:latin typeface="Arial"/>
                <a:ea typeface="Arial"/>
                <a:cs typeface="Arial"/>
              </a:defRPr>
            </a:lvl3pPr>
            <a:lvl4pPr algn="l">
              <a:defRPr sz="3300" b="1">
                <a:solidFill>
                  <a:srgbClr val="26182E"/>
                </a:solidFill>
                <a:latin typeface="Arial"/>
                <a:ea typeface="Arial"/>
                <a:cs typeface="Arial"/>
              </a:defRPr>
            </a:lvl4pPr>
            <a:lvl5pPr algn="l">
              <a:defRPr sz="3300" b="1">
                <a:solidFill>
                  <a:srgbClr val="26182E"/>
                </a:solidFill>
                <a:latin typeface="Arial"/>
                <a:ea typeface="Arial"/>
                <a:cs typeface="Arial"/>
              </a:defRPr>
            </a:lvl5pPr>
            <a:lvl6pPr algn="l">
              <a:defRPr sz="3300" b="1">
                <a:solidFill>
                  <a:srgbClr val="26182E"/>
                </a:solidFill>
                <a:latin typeface="Arial"/>
                <a:ea typeface="Arial"/>
                <a:cs typeface="Arial"/>
              </a:defRPr>
            </a:lvl6pPr>
            <a:lvl7pPr algn="l">
              <a:defRPr sz="3300" b="1">
                <a:solidFill>
                  <a:srgbClr val="26182E"/>
                </a:solidFill>
                <a:latin typeface="Arial"/>
                <a:ea typeface="Arial"/>
                <a:cs typeface="Arial"/>
              </a:defRPr>
            </a:lvl7pPr>
            <a:lvl8pPr algn="l">
              <a:defRPr sz="3300" b="1">
                <a:solidFill>
                  <a:srgbClr val="26182E"/>
                </a:solidFill>
                <a:latin typeface="Arial"/>
                <a:ea typeface="Arial"/>
                <a:cs typeface="Arial"/>
              </a:defRPr>
            </a:lvl8pPr>
            <a:lvl9pPr algn="l">
              <a:defRPr sz="3300" b="1">
                <a:solidFill>
                  <a:srgbClr val="26182E"/>
                </a:solidFill>
                <a:latin typeface="Arial"/>
                <a:ea typeface="Arial"/>
                <a:cs typeface="Arial"/>
              </a:defRPr>
            </a:lvl9pPr>
          </a:lstStyle>
          <a:p>
            <a:pPr algn="l">
              <a:defRPr sz="3300" b="1">
                <a:solidFill>
                  <a:srgbClr val="26182E"/>
                </a:solidFill>
                <a:latin typeface="Arial"/>
                <a:ea typeface="Arial"/>
                <a:cs typeface="Arial"/>
              </a:defRPr>
            </a:pPr>
            <a:r>
              <a:rPr sz="3300" b="1">
                <a:solidFill>
                  <a:srgbClr val="26182E"/>
                </a:solidFill>
                <a:latin typeface="Arial"/>
                <a:ea typeface="Arial"/>
                <a:cs typeface="Arial"/>
              </a:rPr>
              <a:t>Project Objective</a:t>
            </a:r>
          </a:p>
        </p:txBody>
      </p:sp>
      <p:sp>
        <p:nvSpPr>
          <p:cNvPr id="2" name="مستطيل 1">
            <a:extLst>
              <a:ext uri="{FF2B5EF4-FFF2-40B4-BE49-F238E27FC236}">
                <a16:creationId xmlns:a16="http://schemas.microsoft.com/office/drawing/2014/main" id="{BD15437E-6A61-42A1-91B3-C497FFB3DB39}"/>
              </a:ext>
            </a:extLst>
          </p:cNvPr>
          <p:cNvSpPr>
            <a:spLocks noGrp="1"/>
          </p:cNvSpPr>
          <p:nvPr/>
        </p:nvSpPr>
        <p:spPr>
          <a:xfrm>
            <a:off x="685800" y="6324600"/>
            <a:ext cx="476250" cy="209550"/>
          </a:xfrm>
          <a:prstGeom prst="rect">
            <a:avLst/>
          </a:prstGeom>
          <a:noFill/>
          <a:ln w="0">
            <a:noFill/>
          </a:ln>
        </p:spPr>
        <p:txBody>
          <a:bodyPr lIns="0" tIns="0" rIns="0" bIns="0" anchor="ctr"/>
          <a:lstStyle>
            <a:defPPr algn="l">
              <a:defRPr sz="1200" b="0">
                <a:solidFill>
                  <a:srgbClr val="756C78"/>
                </a:solidFill>
                <a:latin typeface="Arial"/>
                <a:ea typeface="Arial"/>
                <a:cs typeface="Arial"/>
              </a:defRPr>
            </a:defPPr>
            <a:lvl1pPr algn="l">
              <a:defRPr sz="1200" b="0">
                <a:solidFill>
                  <a:srgbClr val="756C78"/>
                </a:solidFill>
                <a:latin typeface="Arial"/>
                <a:ea typeface="Arial"/>
                <a:cs typeface="Arial"/>
              </a:defRPr>
            </a:lvl1pPr>
            <a:lvl2pPr algn="l">
              <a:defRPr sz="1200" b="0">
                <a:solidFill>
                  <a:srgbClr val="756C78"/>
                </a:solidFill>
                <a:latin typeface="Arial"/>
                <a:ea typeface="Arial"/>
                <a:cs typeface="Arial"/>
              </a:defRPr>
            </a:lvl2pPr>
            <a:lvl3pPr algn="l">
              <a:defRPr sz="1200" b="0">
                <a:solidFill>
                  <a:srgbClr val="756C78"/>
                </a:solidFill>
                <a:latin typeface="Arial"/>
                <a:ea typeface="Arial"/>
                <a:cs typeface="Arial"/>
              </a:defRPr>
            </a:lvl3pPr>
            <a:lvl4pPr algn="l">
              <a:defRPr sz="1200" b="0">
                <a:solidFill>
                  <a:srgbClr val="756C78"/>
                </a:solidFill>
                <a:latin typeface="Arial"/>
                <a:ea typeface="Arial"/>
                <a:cs typeface="Arial"/>
              </a:defRPr>
            </a:lvl4pPr>
            <a:lvl5pPr algn="l">
              <a:defRPr sz="1200" b="0">
                <a:solidFill>
                  <a:srgbClr val="756C78"/>
                </a:solidFill>
                <a:latin typeface="Arial"/>
                <a:ea typeface="Arial"/>
                <a:cs typeface="Arial"/>
              </a:defRPr>
            </a:lvl5pPr>
            <a:lvl6pPr algn="l">
              <a:defRPr sz="1200" b="0">
                <a:solidFill>
                  <a:srgbClr val="756C78"/>
                </a:solidFill>
                <a:latin typeface="Arial"/>
                <a:ea typeface="Arial"/>
                <a:cs typeface="Arial"/>
              </a:defRPr>
            </a:lvl6pPr>
            <a:lvl7pPr algn="l">
              <a:defRPr sz="1200" b="0">
                <a:solidFill>
                  <a:srgbClr val="756C78"/>
                </a:solidFill>
                <a:latin typeface="Arial"/>
                <a:ea typeface="Arial"/>
                <a:cs typeface="Arial"/>
              </a:defRPr>
            </a:lvl7pPr>
            <a:lvl8pPr algn="l">
              <a:defRPr sz="1200" b="0">
                <a:solidFill>
                  <a:srgbClr val="756C78"/>
                </a:solidFill>
                <a:latin typeface="Arial"/>
                <a:ea typeface="Arial"/>
                <a:cs typeface="Arial"/>
              </a:defRPr>
            </a:lvl8pPr>
            <a:lvl9pPr algn="l">
              <a:defRPr sz="1200" b="0">
                <a:solidFill>
                  <a:srgbClr val="756C78"/>
                </a:solidFill>
                <a:latin typeface="Arial"/>
                <a:ea typeface="Arial"/>
                <a:cs typeface="Arial"/>
              </a:defRPr>
            </a:lvl9pPr>
          </a:lstStyle>
          <a:p>
            <a:pPr algn="l">
              <a:defRPr sz="1200" b="0">
                <a:solidFill>
                  <a:srgbClr val="756C78"/>
                </a:solidFill>
                <a:latin typeface="Arial"/>
                <a:ea typeface="Arial"/>
                <a:cs typeface="Arial"/>
              </a:defRPr>
            </a:pPr>
            <a:r>
              <a:rPr sz="1200" b="0">
                <a:solidFill>
                  <a:srgbClr val="756C78"/>
                </a:solidFill>
                <a:latin typeface="Arial"/>
                <a:ea typeface="Arial"/>
                <a:cs typeface="Arial"/>
              </a:rPr>
              <a:t>02</a:t>
            </a:r>
          </a:p>
        </p:txBody>
      </p:sp>
      <p:sp>
        <p:nvSpPr>
          <p:cNvPr id="3" name="مستطيل 2">
            <a:extLst>
              <a:ext uri="{FF2B5EF4-FFF2-40B4-BE49-F238E27FC236}">
                <a16:creationId xmlns:a16="http://schemas.microsoft.com/office/drawing/2014/main" id="{7F313426-7691-491B-A333-6DA04E08C9B8}"/>
              </a:ext>
            </a:extLst>
          </p:cNvPr>
          <p:cNvSpPr>
            <a:spLocks noGrp="1"/>
          </p:cNvSpPr>
          <p:nvPr/>
        </p:nvSpPr>
        <p:spPr>
          <a:xfrm>
            <a:off x="857250" y="1647825"/>
            <a:ext cx="10477500" cy="904875"/>
          </a:xfrm>
          <a:prstGeom prst="rect">
            <a:avLst/>
          </a:prstGeom>
          <a:noFill/>
          <a:ln w="0">
            <a:noFill/>
          </a:ln>
        </p:spPr>
        <p:txBody>
          <a:bodyPr lIns="0" tIns="0" rIns="0" bIns="0" anchor="ctr"/>
          <a:lstStyle>
            <a:defPPr algn="l">
              <a:defRPr sz="3225" b="1">
                <a:solidFill>
                  <a:srgbClr val="522D60"/>
                </a:solidFill>
                <a:latin typeface="Arial"/>
                <a:ea typeface="Arial"/>
                <a:cs typeface="Arial"/>
              </a:defRPr>
            </a:defPPr>
            <a:lvl1pPr algn="l">
              <a:defRPr sz="3225" b="1">
                <a:solidFill>
                  <a:srgbClr val="522D60"/>
                </a:solidFill>
                <a:latin typeface="Arial"/>
                <a:ea typeface="Arial"/>
                <a:cs typeface="Arial"/>
              </a:defRPr>
            </a:lvl1pPr>
            <a:lvl2pPr algn="l">
              <a:defRPr sz="3225" b="1">
                <a:solidFill>
                  <a:srgbClr val="522D60"/>
                </a:solidFill>
                <a:latin typeface="Arial"/>
                <a:ea typeface="Arial"/>
                <a:cs typeface="Arial"/>
              </a:defRPr>
            </a:lvl2pPr>
            <a:lvl3pPr algn="l">
              <a:defRPr sz="3225" b="1">
                <a:solidFill>
                  <a:srgbClr val="522D60"/>
                </a:solidFill>
                <a:latin typeface="Arial"/>
                <a:ea typeface="Arial"/>
                <a:cs typeface="Arial"/>
              </a:defRPr>
            </a:lvl3pPr>
            <a:lvl4pPr algn="l">
              <a:defRPr sz="3225" b="1">
                <a:solidFill>
                  <a:srgbClr val="522D60"/>
                </a:solidFill>
                <a:latin typeface="Arial"/>
                <a:ea typeface="Arial"/>
                <a:cs typeface="Arial"/>
              </a:defRPr>
            </a:lvl4pPr>
            <a:lvl5pPr algn="l">
              <a:defRPr sz="3225" b="1">
                <a:solidFill>
                  <a:srgbClr val="522D60"/>
                </a:solidFill>
                <a:latin typeface="Arial"/>
                <a:ea typeface="Arial"/>
                <a:cs typeface="Arial"/>
              </a:defRPr>
            </a:lvl5pPr>
            <a:lvl6pPr algn="l">
              <a:defRPr sz="3225" b="1">
                <a:solidFill>
                  <a:srgbClr val="522D60"/>
                </a:solidFill>
                <a:latin typeface="Arial"/>
                <a:ea typeface="Arial"/>
                <a:cs typeface="Arial"/>
              </a:defRPr>
            </a:lvl6pPr>
            <a:lvl7pPr algn="l">
              <a:defRPr sz="3225" b="1">
                <a:solidFill>
                  <a:srgbClr val="522D60"/>
                </a:solidFill>
                <a:latin typeface="Arial"/>
                <a:ea typeface="Arial"/>
                <a:cs typeface="Arial"/>
              </a:defRPr>
            </a:lvl7pPr>
            <a:lvl8pPr algn="l">
              <a:defRPr sz="3225" b="1">
                <a:solidFill>
                  <a:srgbClr val="522D60"/>
                </a:solidFill>
                <a:latin typeface="Arial"/>
                <a:ea typeface="Arial"/>
                <a:cs typeface="Arial"/>
              </a:defRPr>
            </a:lvl8pPr>
            <a:lvl9pPr algn="l">
              <a:defRPr sz="3225" b="1">
                <a:solidFill>
                  <a:srgbClr val="522D60"/>
                </a:solidFill>
                <a:latin typeface="Arial"/>
                <a:ea typeface="Arial"/>
                <a:cs typeface="Arial"/>
              </a:defRPr>
            </a:lvl9pPr>
          </a:lstStyle>
          <a:p>
            <a:pPr algn="l">
              <a:defRPr sz="3225" b="1">
                <a:solidFill>
                  <a:srgbClr val="522D60"/>
                </a:solidFill>
                <a:latin typeface="Arial"/>
                <a:ea typeface="Arial"/>
                <a:cs typeface="Arial"/>
              </a:defRPr>
            </a:pPr>
            <a:r>
              <a:rPr sz="3225" b="1">
                <a:solidFill>
                  <a:srgbClr val="522D60"/>
                </a:solidFill>
                <a:latin typeface="Arial"/>
                <a:ea typeface="Arial"/>
                <a:cs typeface="Arial"/>
              </a:rPr>
              <a:t>Compare prices within matching product groups</a:t>
            </a:r>
          </a:p>
        </p:txBody>
      </p:sp>
      <p:sp>
        <p:nvSpPr>
          <p:cNvPr id="4" name="مستطيل 3">
            <a:extLst>
              <a:ext uri="{FF2B5EF4-FFF2-40B4-BE49-F238E27FC236}">
                <a16:creationId xmlns:a16="http://schemas.microsoft.com/office/drawing/2014/main" id="{F8885C51-385F-4A5E-96C5-EA20FEBBD222}"/>
              </a:ext>
            </a:extLst>
          </p:cNvPr>
          <p:cNvSpPr>
            <a:spLocks noGrp="1"/>
          </p:cNvSpPr>
          <p:nvPr/>
        </p:nvSpPr>
        <p:spPr>
          <a:xfrm>
            <a:off x="914400" y="2952750"/>
            <a:ext cx="4286250" cy="457200"/>
          </a:xfrm>
          <a:prstGeom prst="rect">
            <a:avLst/>
          </a:prstGeom>
          <a:noFill/>
          <a:ln w="0">
            <a:noFill/>
          </a:ln>
        </p:spPr>
        <p:txBody>
          <a:bodyPr lIns="0" tIns="0" rIns="0" bIns="0" anchor="ctr"/>
          <a:lstStyle>
            <a:defPPr algn="l">
              <a:defRPr sz="2175" b="1">
                <a:solidFill>
                  <a:srgbClr val="522D60"/>
                </a:solidFill>
                <a:latin typeface="Arial"/>
                <a:ea typeface="Arial"/>
                <a:cs typeface="Arial"/>
              </a:defRPr>
            </a:defPPr>
            <a:lvl1pPr algn="l">
              <a:defRPr sz="2175" b="1">
                <a:solidFill>
                  <a:srgbClr val="522D60"/>
                </a:solidFill>
                <a:latin typeface="Arial"/>
                <a:ea typeface="Arial"/>
                <a:cs typeface="Arial"/>
              </a:defRPr>
            </a:lvl1pPr>
            <a:lvl2pPr algn="l">
              <a:defRPr sz="2175" b="1">
                <a:solidFill>
                  <a:srgbClr val="522D60"/>
                </a:solidFill>
                <a:latin typeface="Arial"/>
                <a:ea typeface="Arial"/>
                <a:cs typeface="Arial"/>
              </a:defRPr>
            </a:lvl2pPr>
            <a:lvl3pPr algn="l">
              <a:defRPr sz="2175" b="1">
                <a:solidFill>
                  <a:srgbClr val="522D60"/>
                </a:solidFill>
                <a:latin typeface="Arial"/>
                <a:ea typeface="Arial"/>
                <a:cs typeface="Arial"/>
              </a:defRPr>
            </a:lvl3pPr>
            <a:lvl4pPr algn="l">
              <a:defRPr sz="2175" b="1">
                <a:solidFill>
                  <a:srgbClr val="522D60"/>
                </a:solidFill>
                <a:latin typeface="Arial"/>
                <a:ea typeface="Arial"/>
                <a:cs typeface="Arial"/>
              </a:defRPr>
            </a:lvl4pPr>
            <a:lvl5pPr algn="l">
              <a:defRPr sz="2175" b="1">
                <a:solidFill>
                  <a:srgbClr val="522D60"/>
                </a:solidFill>
                <a:latin typeface="Arial"/>
                <a:ea typeface="Arial"/>
                <a:cs typeface="Arial"/>
              </a:defRPr>
            </a:lvl5pPr>
            <a:lvl6pPr algn="l">
              <a:defRPr sz="2175" b="1">
                <a:solidFill>
                  <a:srgbClr val="522D60"/>
                </a:solidFill>
                <a:latin typeface="Arial"/>
                <a:ea typeface="Arial"/>
                <a:cs typeface="Arial"/>
              </a:defRPr>
            </a:lvl6pPr>
            <a:lvl7pPr algn="l">
              <a:defRPr sz="2175" b="1">
                <a:solidFill>
                  <a:srgbClr val="522D60"/>
                </a:solidFill>
                <a:latin typeface="Arial"/>
                <a:ea typeface="Arial"/>
                <a:cs typeface="Arial"/>
              </a:defRPr>
            </a:lvl7pPr>
            <a:lvl8pPr algn="l">
              <a:defRPr sz="2175" b="1">
                <a:solidFill>
                  <a:srgbClr val="522D60"/>
                </a:solidFill>
                <a:latin typeface="Arial"/>
                <a:ea typeface="Arial"/>
                <a:cs typeface="Arial"/>
              </a:defRPr>
            </a:lvl8pPr>
            <a:lvl9pPr algn="l">
              <a:defRPr sz="2175" b="1">
                <a:solidFill>
                  <a:srgbClr val="522D60"/>
                </a:solidFill>
                <a:latin typeface="Arial"/>
                <a:ea typeface="Arial"/>
                <a:cs typeface="Arial"/>
              </a:defRPr>
            </a:lvl9pPr>
          </a:lstStyle>
          <a:p>
            <a:pPr algn="l">
              <a:defRPr sz="2175" b="1">
                <a:solidFill>
                  <a:srgbClr val="522D60"/>
                </a:solidFill>
                <a:latin typeface="Arial"/>
                <a:ea typeface="Arial"/>
                <a:cs typeface="Arial"/>
              </a:defRPr>
            </a:pPr>
            <a:r>
              <a:rPr sz="2175" b="1">
                <a:solidFill>
                  <a:srgbClr val="522D60"/>
                </a:solidFill>
                <a:latin typeface="Arial"/>
                <a:ea typeface="Arial"/>
                <a:cs typeface="Arial"/>
              </a:rPr>
              <a:t>Research question</a:t>
            </a:r>
          </a:p>
        </p:txBody>
      </p:sp>
      <p:sp>
        <p:nvSpPr>
          <p:cNvPr id="5" name="مستطيل 4">
            <a:extLst>
              <a:ext uri="{FF2B5EF4-FFF2-40B4-BE49-F238E27FC236}">
                <a16:creationId xmlns:a16="http://schemas.microsoft.com/office/drawing/2014/main" id="{FE912802-2B98-42BC-A52F-CFA69ABB6A1B}"/>
              </a:ext>
            </a:extLst>
          </p:cNvPr>
          <p:cNvSpPr>
            <a:spLocks noGrp="1"/>
          </p:cNvSpPr>
          <p:nvPr/>
        </p:nvSpPr>
        <p:spPr>
          <a:xfrm>
            <a:off x="5715000" y="2952750"/>
            <a:ext cx="5619750" cy="714375"/>
          </a:xfrm>
          <a:prstGeom prst="rect">
            <a:avLst/>
          </a:prstGeom>
          <a:noFill/>
          <a:ln w="0">
            <a:noFill/>
          </a:ln>
        </p:spPr>
        <p:txBody>
          <a:bodyPr lIns="0" tIns="0" rIns="0" bIns="0" anchor="ctr"/>
          <a:lstStyle>
            <a:defPPr algn="l">
              <a:defRPr sz="1875" b="0">
                <a:solidFill>
                  <a:srgbClr val="756C78"/>
                </a:solidFill>
                <a:latin typeface="Arial"/>
                <a:ea typeface="Arial"/>
                <a:cs typeface="Arial"/>
              </a:defRPr>
            </a:defPPr>
            <a:lvl1pPr algn="l">
              <a:defRPr sz="1875" b="0">
                <a:solidFill>
                  <a:srgbClr val="756C78"/>
                </a:solidFill>
                <a:latin typeface="Arial"/>
                <a:ea typeface="Arial"/>
                <a:cs typeface="Arial"/>
              </a:defRPr>
            </a:lvl1pPr>
            <a:lvl2pPr algn="l">
              <a:defRPr sz="1875" b="0">
                <a:solidFill>
                  <a:srgbClr val="756C78"/>
                </a:solidFill>
                <a:latin typeface="Arial"/>
                <a:ea typeface="Arial"/>
                <a:cs typeface="Arial"/>
              </a:defRPr>
            </a:lvl2pPr>
            <a:lvl3pPr algn="l">
              <a:defRPr sz="1875" b="0">
                <a:solidFill>
                  <a:srgbClr val="756C78"/>
                </a:solidFill>
                <a:latin typeface="Arial"/>
                <a:ea typeface="Arial"/>
                <a:cs typeface="Arial"/>
              </a:defRPr>
            </a:lvl3pPr>
            <a:lvl4pPr algn="l">
              <a:defRPr sz="1875" b="0">
                <a:solidFill>
                  <a:srgbClr val="756C78"/>
                </a:solidFill>
                <a:latin typeface="Arial"/>
                <a:ea typeface="Arial"/>
                <a:cs typeface="Arial"/>
              </a:defRPr>
            </a:lvl4pPr>
            <a:lvl5pPr algn="l">
              <a:defRPr sz="1875" b="0">
                <a:solidFill>
                  <a:srgbClr val="756C78"/>
                </a:solidFill>
                <a:latin typeface="Arial"/>
                <a:ea typeface="Arial"/>
                <a:cs typeface="Arial"/>
              </a:defRPr>
            </a:lvl5pPr>
            <a:lvl6pPr algn="l">
              <a:defRPr sz="1875" b="0">
                <a:solidFill>
                  <a:srgbClr val="756C78"/>
                </a:solidFill>
                <a:latin typeface="Arial"/>
                <a:ea typeface="Arial"/>
                <a:cs typeface="Arial"/>
              </a:defRPr>
            </a:lvl6pPr>
            <a:lvl7pPr algn="l">
              <a:defRPr sz="1875" b="0">
                <a:solidFill>
                  <a:srgbClr val="756C78"/>
                </a:solidFill>
                <a:latin typeface="Arial"/>
                <a:ea typeface="Arial"/>
                <a:cs typeface="Arial"/>
              </a:defRPr>
            </a:lvl7pPr>
            <a:lvl8pPr algn="l">
              <a:defRPr sz="1875" b="0">
                <a:solidFill>
                  <a:srgbClr val="756C78"/>
                </a:solidFill>
                <a:latin typeface="Arial"/>
                <a:ea typeface="Arial"/>
                <a:cs typeface="Arial"/>
              </a:defRPr>
            </a:lvl8pPr>
            <a:lvl9pPr algn="l">
              <a:defRPr sz="1875" b="0">
                <a:solidFill>
                  <a:srgbClr val="756C78"/>
                </a:solidFill>
                <a:latin typeface="Arial"/>
                <a:ea typeface="Arial"/>
                <a:cs typeface="Arial"/>
              </a:defRPr>
            </a:lvl9pPr>
          </a:lstStyle>
          <a:p>
            <a:pPr algn="l">
              <a:defRPr sz="1875" b="0">
                <a:solidFill>
                  <a:srgbClr val="756C78"/>
                </a:solidFill>
                <a:latin typeface="Arial"/>
                <a:ea typeface="Arial"/>
                <a:cs typeface="Arial"/>
              </a:defRPr>
            </a:pPr>
            <a:r>
              <a:rPr sz="1875" b="0">
                <a:solidFill>
                  <a:srgbClr val="756C78"/>
                </a:solidFill>
                <a:latin typeface="Arial"/>
                <a:ea typeface="Arial"/>
                <a:cs typeface="Arial"/>
              </a:rPr>
              <a:t>How much do prices differ across brands?</a:t>
            </a:r>
          </a:p>
        </p:txBody>
      </p:sp>
      <p:sp>
        <p:nvSpPr>
          <p:cNvPr id="6" name="مستطيل 5">
            <a:extLst>
              <a:ext uri="{FF2B5EF4-FFF2-40B4-BE49-F238E27FC236}">
                <a16:creationId xmlns:a16="http://schemas.microsoft.com/office/drawing/2014/main" id="{5E6BB3AE-4A48-4312-BB3E-4B1154C1993B}"/>
              </a:ext>
            </a:extLst>
          </p:cNvPr>
          <p:cNvSpPr>
            <a:spLocks noGrp="1"/>
          </p:cNvSpPr>
          <p:nvPr/>
        </p:nvSpPr>
        <p:spPr>
          <a:xfrm>
            <a:off x="914400" y="3848100"/>
            <a:ext cx="4286250" cy="457200"/>
          </a:xfrm>
          <a:prstGeom prst="rect">
            <a:avLst/>
          </a:prstGeom>
          <a:noFill/>
          <a:ln w="0">
            <a:noFill/>
          </a:ln>
        </p:spPr>
        <p:txBody>
          <a:bodyPr lIns="0" tIns="0" rIns="0" bIns="0" anchor="ctr"/>
          <a:lstStyle>
            <a:defPPr algn="l">
              <a:defRPr sz="2175" b="1">
                <a:solidFill>
                  <a:srgbClr val="522D60"/>
                </a:solidFill>
                <a:latin typeface="Arial"/>
                <a:ea typeface="Arial"/>
                <a:cs typeface="Arial"/>
              </a:defRPr>
            </a:defPPr>
            <a:lvl1pPr algn="l">
              <a:defRPr sz="2175" b="1">
                <a:solidFill>
                  <a:srgbClr val="522D60"/>
                </a:solidFill>
                <a:latin typeface="Arial"/>
                <a:ea typeface="Arial"/>
                <a:cs typeface="Arial"/>
              </a:defRPr>
            </a:lvl1pPr>
            <a:lvl2pPr algn="l">
              <a:defRPr sz="2175" b="1">
                <a:solidFill>
                  <a:srgbClr val="522D60"/>
                </a:solidFill>
                <a:latin typeface="Arial"/>
                <a:ea typeface="Arial"/>
                <a:cs typeface="Arial"/>
              </a:defRPr>
            </a:lvl2pPr>
            <a:lvl3pPr algn="l">
              <a:defRPr sz="2175" b="1">
                <a:solidFill>
                  <a:srgbClr val="522D60"/>
                </a:solidFill>
                <a:latin typeface="Arial"/>
                <a:ea typeface="Arial"/>
                <a:cs typeface="Arial"/>
              </a:defRPr>
            </a:lvl3pPr>
            <a:lvl4pPr algn="l">
              <a:defRPr sz="2175" b="1">
                <a:solidFill>
                  <a:srgbClr val="522D60"/>
                </a:solidFill>
                <a:latin typeface="Arial"/>
                <a:ea typeface="Arial"/>
                <a:cs typeface="Arial"/>
              </a:defRPr>
            </a:lvl4pPr>
            <a:lvl5pPr algn="l">
              <a:defRPr sz="2175" b="1">
                <a:solidFill>
                  <a:srgbClr val="522D60"/>
                </a:solidFill>
                <a:latin typeface="Arial"/>
                <a:ea typeface="Arial"/>
                <a:cs typeface="Arial"/>
              </a:defRPr>
            </a:lvl5pPr>
            <a:lvl6pPr algn="l">
              <a:defRPr sz="2175" b="1">
                <a:solidFill>
                  <a:srgbClr val="522D60"/>
                </a:solidFill>
                <a:latin typeface="Arial"/>
                <a:ea typeface="Arial"/>
                <a:cs typeface="Arial"/>
              </a:defRPr>
            </a:lvl6pPr>
            <a:lvl7pPr algn="l">
              <a:defRPr sz="2175" b="1">
                <a:solidFill>
                  <a:srgbClr val="522D60"/>
                </a:solidFill>
                <a:latin typeface="Arial"/>
                <a:ea typeface="Arial"/>
                <a:cs typeface="Arial"/>
              </a:defRPr>
            </a:lvl7pPr>
            <a:lvl8pPr algn="l">
              <a:defRPr sz="2175" b="1">
                <a:solidFill>
                  <a:srgbClr val="522D60"/>
                </a:solidFill>
                <a:latin typeface="Arial"/>
                <a:ea typeface="Arial"/>
                <a:cs typeface="Arial"/>
              </a:defRPr>
            </a:lvl8pPr>
            <a:lvl9pPr algn="l">
              <a:defRPr sz="2175" b="1">
                <a:solidFill>
                  <a:srgbClr val="522D60"/>
                </a:solidFill>
                <a:latin typeface="Arial"/>
                <a:ea typeface="Arial"/>
                <a:cs typeface="Arial"/>
              </a:defRPr>
            </a:lvl9pPr>
          </a:lstStyle>
          <a:p>
            <a:pPr algn="l">
              <a:defRPr sz="2175" b="1">
                <a:solidFill>
                  <a:srgbClr val="522D60"/>
                </a:solidFill>
                <a:latin typeface="Arial"/>
                <a:ea typeface="Arial"/>
                <a:cs typeface="Arial"/>
              </a:defRPr>
            </a:pPr>
            <a:r>
              <a:rPr sz="2175" b="1">
                <a:solidFill>
                  <a:srgbClr val="522D60"/>
                </a:solidFill>
                <a:latin typeface="Arial"/>
                <a:ea typeface="Arial"/>
                <a:cs typeface="Arial"/>
              </a:rPr>
              <a:t>Alternative comparison</a:t>
            </a:r>
          </a:p>
        </p:txBody>
      </p:sp>
      <p:sp>
        <p:nvSpPr>
          <p:cNvPr id="7" name="مستطيل 6">
            <a:extLst>
              <a:ext uri="{FF2B5EF4-FFF2-40B4-BE49-F238E27FC236}">
                <a16:creationId xmlns:a16="http://schemas.microsoft.com/office/drawing/2014/main" id="{5352A45A-FDA2-49BE-8CE8-BD1C589493EE}"/>
              </a:ext>
            </a:extLst>
          </p:cNvPr>
          <p:cNvSpPr>
            <a:spLocks noGrp="1"/>
          </p:cNvSpPr>
          <p:nvPr/>
        </p:nvSpPr>
        <p:spPr>
          <a:xfrm>
            <a:off x="5715000" y="3848100"/>
            <a:ext cx="5619750" cy="714375"/>
          </a:xfrm>
          <a:prstGeom prst="rect">
            <a:avLst/>
          </a:prstGeom>
          <a:noFill/>
          <a:ln w="0">
            <a:noFill/>
          </a:ln>
        </p:spPr>
        <p:txBody>
          <a:bodyPr lIns="0" tIns="0" rIns="0" bIns="0" anchor="ctr"/>
          <a:lstStyle>
            <a:defPPr algn="l">
              <a:defRPr sz="1875" b="0">
                <a:solidFill>
                  <a:srgbClr val="756C78"/>
                </a:solidFill>
                <a:latin typeface="Arial"/>
                <a:ea typeface="Arial"/>
                <a:cs typeface="Arial"/>
              </a:defRPr>
            </a:defPPr>
            <a:lvl1pPr algn="l">
              <a:defRPr sz="1875" b="0">
                <a:solidFill>
                  <a:srgbClr val="756C78"/>
                </a:solidFill>
                <a:latin typeface="Arial"/>
                <a:ea typeface="Arial"/>
                <a:cs typeface="Arial"/>
              </a:defRPr>
            </a:lvl1pPr>
            <a:lvl2pPr algn="l">
              <a:defRPr sz="1875" b="0">
                <a:solidFill>
                  <a:srgbClr val="756C78"/>
                </a:solidFill>
                <a:latin typeface="Arial"/>
                <a:ea typeface="Arial"/>
                <a:cs typeface="Arial"/>
              </a:defRPr>
            </a:lvl2pPr>
            <a:lvl3pPr algn="l">
              <a:defRPr sz="1875" b="0">
                <a:solidFill>
                  <a:srgbClr val="756C78"/>
                </a:solidFill>
                <a:latin typeface="Arial"/>
                <a:ea typeface="Arial"/>
                <a:cs typeface="Arial"/>
              </a:defRPr>
            </a:lvl3pPr>
            <a:lvl4pPr algn="l">
              <a:defRPr sz="1875" b="0">
                <a:solidFill>
                  <a:srgbClr val="756C78"/>
                </a:solidFill>
                <a:latin typeface="Arial"/>
                <a:ea typeface="Arial"/>
                <a:cs typeface="Arial"/>
              </a:defRPr>
            </a:lvl4pPr>
            <a:lvl5pPr algn="l">
              <a:defRPr sz="1875" b="0">
                <a:solidFill>
                  <a:srgbClr val="756C78"/>
                </a:solidFill>
                <a:latin typeface="Arial"/>
                <a:ea typeface="Arial"/>
                <a:cs typeface="Arial"/>
              </a:defRPr>
            </a:lvl5pPr>
            <a:lvl6pPr algn="l">
              <a:defRPr sz="1875" b="0">
                <a:solidFill>
                  <a:srgbClr val="756C78"/>
                </a:solidFill>
                <a:latin typeface="Arial"/>
                <a:ea typeface="Arial"/>
                <a:cs typeface="Arial"/>
              </a:defRPr>
            </a:lvl6pPr>
            <a:lvl7pPr algn="l">
              <a:defRPr sz="1875" b="0">
                <a:solidFill>
                  <a:srgbClr val="756C78"/>
                </a:solidFill>
                <a:latin typeface="Arial"/>
                <a:ea typeface="Arial"/>
                <a:cs typeface="Arial"/>
              </a:defRPr>
            </a:lvl7pPr>
            <a:lvl8pPr algn="l">
              <a:defRPr sz="1875" b="0">
                <a:solidFill>
                  <a:srgbClr val="756C78"/>
                </a:solidFill>
                <a:latin typeface="Arial"/>
                <a:ea typeface="Arial"/>
                <a:cs typeface="Arial"/>
              </a:defRPr>
            </a:lvl8pPr>
            <a:lvl9pPr algn="l">
              <a:defRPr sz="1875" b="0">
                <a:solidFill>
                  <a:srgbClr val="756C78"/>
                </a:solidFill>
                <a:latin typeface="Arial"/>
                <a:ea typeface="Arial"/>
                <a:cs typeface="Arial"/>
              </a:defRPr>
            </a:lvl9pPr>
          </a:lstStyle>
          <a:p>
            <a:pPr algn="l">
              <a:defRPr sz="1875" b="0">
                <a:solidFill>
                  <a:srgbClr val="756C78"/>
                </a:solidFill>
                <a:latin typeface="Arial"/>
                <a:ea typeface="Arial"/>
                <a:cs typeface="Arial"/>
              </a:defRPr>
            </a:pPr>
            <a:r>
              <a:rPr sz="1875" b="0">
                <a:solidFill>
                  <a:srgbClr val="756C78"/>
                </a:solidFill>
                <a:latin typeface="Arial"/>
                <a:ea typeface="Arial"/>
                <a:cs typeface="Arial"/>
              </a:rPr>
              <a:t>What is the lowest price for the same generic, form and strength?</a:t>
            </a:r>
          </a:p>
        </p:txBody>
      </p:sp>
      <p:sp>
        <p:nvSpPr>
          <p:cNvPr id="8" name="مستطيل 7">
            <a:extLst>
              <a:ext uri="{FF2B5EF4-FFF2-40B4-BE49-F238E27FC236}">
                <a16:creationId xmlns:a16="http://schemas.microsoft.com/office/drawing/2014/main" id="{BD8DD173-411D-49AF-ACDC-5422D40D1EB0}"/>
              </a:ext>
            </a:extLst>
          </p:cNvPr>
          <p:cNvSpPr>
            <a:spLocks noGrp="1"/>
          </p:cNvSpPr>
          <p:nvPr/>
        </p:nvSpPr>
        <p:spPr>
          <a:xfrm>
            <a:off x="914400" y="4743450"/>
            <a:ext cx="4286250" cy="457200"/>
          </a:xfrm>
          <a:prstGeom prst="rect">
            <a:avLst/>
          </a:prstGeom>
          <a:noFill/>
          <a:ln w="0">
            <a:noFill/>
          </a:ln>
        </p:spPr>
        <p:txBody>
          <a:bodyPr lIns="0" tIns="0" rIns="0" bIns="0" anchor="ctr"/>
          <a:lstStyle>
            <a:defPPr algn="l">
              <a:defRPr sz="2175" b="1">
                <a:solidFill>
                  <a:srgbClr val="522D60"/>
                </a:solidFill>
                <a:latin typeface="Arial"/>
                <a:ea typeface="Arial"/>
                <a:cs typeface="Arial"/>
              </a:defRPr>
            </a:defPPr>
            <a:lvl1pPr algn="l">
              <a:defRPr sz="2175" b="1">
                <a:solidFill>
                  <a:srgbClr val="522D60"/>
                </a:solidFill>
                <a:latin typeface="Arial"/>
                <a:ea typeface="Arial"/>
                <a:cs typeface="Arial"/>
              </a:defRPr>
            </a:lvl1pPr>
            <a:lvl2pPr algn="l">
              <a:defRPr sz="2175" b="1">
                <a:solidFill>
                  <a:srgbClr val="522D60"/>
                </a:solidFill>
                <a:latin typeface="Arial"/>
                <a:ea typeface="Arial"/>
                <a:cs typeface="Arial"/>
              </a:defRPr>
            </a:lvl2pPr>
            <a:lvl3pPr algn="l">
              <a:defRPr sz="2175" b="1">
                <a:solidFill>
                  <a:srgbClr val="522D60"/>
                </a:solidFill>
                <a:latin typeface="Arial"/>
                <a:ea typeface="Arial"/>
                <a:cs typeface="Arial"/>
              </a:defRPr>
            </a:lvl3pPr>
            <a:lvl4pPr algn="l">
              <a:defRPr sz="2175" b="1">
                <a:solidFill>
                  <a:srgbClr val="522D60"/>
                </a:solidFill>
                <a:latin typeface="Arial"/>
                <a:ea typeface="Arial"/>
                <a:cs typeface="Arial"/>
              </a:defRPr>
            </a:lvl4pPr>
            <a:lvl5pPr algn="l">
              <a:defRPr sz="2175" b="1">
                <a:solidFill>
                  <a:srgbClr val="522D60"/>
                </a:solidFill>
                <a:latin typeface="Arial"/>
                <a:ea typeface="Arial"/>
                <a:cs typeface="Arial"/>
              </a:defRPr>
            </a:lvl5pPr>
            <a:lvl6pPr algn="l">
              <a:defRPr sz="2175" b="1">
                <a:solidFill>
                  <a:srgbClr val="522D60"/>
                </a:solidFill>
                <a:latin typeface="Arial"/>
                <a:ea typeface="Arial"/>
                <a:cs typeface="Arial"/>
              </a:defRPr>
            </a:lvl6pPr>
            <a:lvl7pPr algn="l">
              <a:defRPr sz="2175" b="1">
                <a:solidFill>
                  <a:srgbClr val="522D60"/>
                </a:solidFill>
                <a:latin typeface="Arial"/>
                <a:ea typeface="Arial"/>
                <a:cs typeface="Arial"/>
              </a:defRPr>
            </a:lvl7pPr>
            <a:lvl8pPr algn="l">
              <a:defRPr sz="2175" b="1">
                <a:solidFill>
                  <a:srgbClr val="522D60"/>
                </a:solidFill>
                <a:latin typeface="Arial"/>
                <a:ea typeface="Arial"/>
                <a:cs typeface="Arial"/>
              </a:defRPr>
            </a:lvl8pPr>
            <a:lvl9pPr algn="l">
              <a:defRPr sz="2175" b="1">
                <a:solidFill>
                  <a:srgbClr val="522D60"/>
                </a:solidFill>
                <a:latin typeface="Arial"/>
                <a:ea typeface="Arial"/>
                <a:cs typeface="Arial"/>
              </a:defRPr>
            </a:lvl9pPr>
          </a:lstStyle>
          <a:p>
            <a:pPr algn="l">
              <a:defRPr sz="2175" b="1">
                <a:solidFill>
                  <a:srgbClr val="522D60"/>
                </a:solidFill>
                <a:latin typeface="Arial"/>
                <a:ea typeface="Arial"/>
                <a:cs typeface="Arial"/>
              </a:defRPr>
            </a:pPr>
            <a:r>
              <a:rPr sz="2175" b="1">
                <a:solidFill>
                  <a:srgbClr val="522D60"/>
                </a:solidFill>
                <a:latin typeface="Arial"/>
                <a:ea typeface="Arial"/>
                <a:cs typeface="Arial"/>
              </a:rPr>
              <a:t>User benefit</a:t>
            </a:r>
          </a:p>
        </p:txBody>
      </p:sp>
      <p:sp>
        <p:nvSpPr>
          <p:cNvPr id="9" name="مستطيل 8">
            <a:extLst>
              <a:ext uri="{FF2B5EF4-FFF2-40B4-BE49-F238E27FC236}">
                <a16:creationId xmlns:a16="http://schemas.microsoft.com/office/drawing/2014/main" id="{AF462009-630D-4FEC-A5B7-0A7CF0C16CBA}"/>
              </a:ext>
            </a:extLst>
          </p:cNvPr>
          <p:cNvSpPr>
            <a:spLocks noGrp="1"/>
          </p:cNvSpPr>
          <p:nvPr/>
        </p:nvSpPr>
        <p:spPr>
          <a:xfrm>
            <a:off x="5715000" y="4743450"/>
            <a:ext cx="5619750" cy="714375"/>
          </a:xfrm>
          <a:prstGeom prst="rect">
            <a:avLst/>
          </a:prstGeom>
          <a:noFill/>
          <a:ln w="0">
            <a:noFill/>
          </a:ln>
        </p:spPr>
        <p:txBody>
          <a:bodyPr lIns="0" tIns="0" rIns="0" bIns="0" anchor="ctr"/>
          <a:lstStyle>
            <a:defPPr algn="l">
              <a:defRPr sz="1875" b="0">
                <a:solidFill>
                  <a:srgbClr val="756C78"/>
                </a:solidFill>
                <a:latin typeface="Arial"/>
                <a:ea typeface="Arial"/>
                <a:cs typeface="Arial"/>
              </a:defRPr>
            </a:defPPr>
            <a:lvl1pPr algn="l">
              <a:defRPr sz="1875" b="0">
                <a:solidFill>
                  <a:srgbClr val="756C78"/>
                </a:solidFill>
                <a:latin typeface="Arial"/>
                <a:ea typeface="Arial"/>
                <a:cs typeface="Arial"/>
              </a:defRPr>
            </a:lvl1pPr>
            <a:lvl2pPr algn="l">
              <a:defRPr sz="1875" b="0">
                <a:solidFill>
                  <a:srgbClr val="756C78"/>
                </a:solidFill>
                <a:latin typeface="Arial"/>
                <a:ea typeface="Arial"/>
                <a:cs typeface="Arial"/>
              </a:defRPr>
            </a:lvl2pPr>
            <a:lvl3pPr algn="l">
              <a:defRPr sz="1875" b="0">
                <a:solidFill>
                  <a:srgbClr val="756C78"/>
                </a:solidFill>
                <a:latin typeface="Arial"/>
                <a:ea typeface="Arial"/>
                <a:cs typeface="Arial"/>
              </a:defRPr>
            </a:lvl3pPr>
            <a:lvl4pPr algn="l">
              <a:defRPr sz="1875" b="0">
                <a:solidFill>
                  <a:srgbClr val="756C78"/>
                </a:solidFill>
                <a:latin typeface="Arial"/>
                <a:ea typeface="Arial"/>
                <a:cs typeface="Arial"/>
              </a:defRPr>
            </a:lvl4pPr>
            <a:lvl5pPr algn="l">
              <a:defRPr sz="1875" b="0">
                <a:solidFill>
                  <a:srgbClr val="756C78"/>
                </a:solidFill>
                <a:latin typeface="Arial"/>
                <a:ea typeface="Arial"/>
                <a:cs typeface="Arial"/>
              </a:defRPr>
            </a:lvl5pPr>
            <a:lvl6pPr algn="l">
              <a:defRPr sz="1875" b="0">
                <a:solidFill>
                  <a:srgbClr val="756C78"/>
                </a:solidFill>
                <a:latin typeface="Arial"/>
                <a:ea typeface="Arial"/>
                <a:cs typeface="Arial"/>
              </a:defRPr>
            </a:lvl6pPr>
            <a:lvl7pPr algn="l">
              <a:defRPr sz="1875" b="0">
                <a:solidFill>
                  <a:srgbClr val="756C78"/>
                </a:solidFill>
                <a:latin typeface="Arial"/>
                <a:ea typeface="Arial"/>
                <a:cs typeface="Arial"/>
              </a:defRPr>
            </a:lvl7pPr>
            <a:lvl8pPr algn="l">
              <a:defRPr sz="1875" b="0">
                <a:solidFill>
                  <a:srgbClr val="756C78"/>
                </a:solidFill>
                <a:latin typeface="Arial"/>
                <a:ea typeface="Arial"/>
                <a:cs typeface="Arial"/>
              </a:defRPr>
            </a:lvl8pPr>
            <a:lvl9pPr algn="l">
              <a:defRPr sz="1875" b="0">
                <a:solidFill>
                  <a:srgbClr val="756C78"/>
                </a:solidFill>
                <a:latin typeface="Arial"/>
                <a:ea typeface="Arial"/>
                <a:cs typeface="Arial"/>
              </a:defRPr>
            </a:lvl9pPr>
          </a:lstStyle>
          <a:p>
            <a:pPr algn="l">
              <a:defRPr sz="1875" b="0">
                <a:solidFill>
                  <a:srgbClr val="756C78"/>
                </a:solidFill>
                <a:latin typeface="Arial"/>
                <a:ea typeface="Arial"/>
                <a:cs typeface="Arial"/>
              </a:defRPr>
            </a:pPr>
            <a:r>
              <a:rPr sz="1875" b="0">
                <a:solidFill>
                  <a:srgbClr val="756C78"/>
                </a:solidFill>
                <a:latin typeface="Arial"/>
                <a:ea typeface="Arial"/>
                <a:cs typeface="Arial"/>
              </a:rPr>
              <a:t>How much could a user save on a specified quantity?</a:t>
            </a:r>
          </a:p>
        </p:txBody>
      </p:sp>
    </p:spTree>
    <p:extLst>
      <p:ext uri="{BB962C8B-B14F-4D97-AF65-F5344CB8AC3E}">
        <p14:creationId xmlns:p14="http://schemas.microsoft.com/office/powerpoint/2010/main" val="80378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13" name="مستطيل 12">
            <a:extLst>
              <a:ext uri="{FF2B5EF4-FFF2-40B4-BE49-F238E27FC236}">
                <a16:creationId xmlns:a16="http://schemas.microsoft.com/office/drawing/2014/main" id="{C3B3CD69-552C-4406-B322-5D198AC1090A}"/>
              </a:ext>
            </a:extLst>
          </p:cNvPr>
          <p:cNvSpPr>
            <a:spLocks noGrp="1"/>
          </p:cNvSpPr>
          <p:nvPr/>
        </p:nvSpPr>
        <p:spPr>
          <a:xfrm>
            <a:off x="685800" y="457200"/>
            <a:ext cx="10820400" cy="742950"/>
          </a:xfrm>
          <a:prstGeom prst="rect">
            <a:avLst/>
          </a:prstGeom>
          <a:noFill/>
          <a:ln w="0">
            <a:noFill/>
          </a:ln>
        </p:spPr>
        <p:txBody>
          <a:bodyPr lIns="0" tIns="0" rIns="0" bIns="0" anchor="ctr"/>
          <a:lstStyle>
            <a:defPPr algn="l">
              <a:defRPr sz="3300" b="1">
                <a:solidFill>
                  <a:srgbClr val="26182E"/>
                </a:solidFill>
                <a:latin typeface="Arial"/>
                <a:ea typeface="Arial"/>
                <a:cs typeface="Arial"/>
              </a:defRPr>
            </a:defPPr>
            <a:lvl1pPr algn="l">
              <a:defRPr sz="3300" b="1">
                <a:solidFill>
                  <a:srgbClr val="26182E"/>
                </a:solidFill>
                <a:latin typeface="Arial"/>
                <a:ea typeface="Arial"/>
                <a:cs typeface="Arial"/>
              </a:defRPr>
            </a:lvl1pPr>
            <a:lvl2pPr algn="l">
              <a:defRPr sz="3300" b="1">
                <a:solidFill>
                  <a:srgbClr val="26182E"/>
                </a:solidFill>
                <a:latin typeface="Arial"/>
                <a:ea typeface="Arial"/>
                <a:cs typeface="Arial"/>
              </a:defRPr>
            </a:lvl2pPr>
            <a:lvl3pPr algn="l">
              <a:defRPr sz="3300" b="1">
                <a:solidFill>
                  <a:srgbClr val="26182E"/>
                </a:solidFill>
                <a:latin typeface="Arial"/>
                <a:ea typeface="Arial"/>
                <a:cs typeface="Arial"/>
              </a:defRPr>
            </a:lvl3pPr>
            <a:lvl4pPr algn="l">
              <a:defRPr sz="3300" b="1">
                <a:solidFill>
                  <a:srgbClr val="26182E"/>
                </a:solidFill>
                <a:latin typeface="Arial"/>
                <a:ea typeface="Arial"/>
                <a:cs typeface="Arial"/>
              </a:defRPr>
            </a:lvl4pPr>
            <a:lvl5pPr algn="l">
              <a:defRPr sz="3300" b="1">
                <a:solidFill>
                  <a:srgbClr val="26182E"/>
                </a:solidFill>
                <a:latin typeface="Arial"/>
                <a:ea typeface="Arial"/>
                <a:cs typeface="Arial"/>
              </a:defRPr>
            </a:lvl5pPr>
            <a:lvl6pPr algn="l">
              <a:defRPr sz="3300" b="1">
                <a:solidFill>
                  <a:srgbClr val="26182E"/>
                </a:solidFill>
                <a:latin typeface="Arial"/>
                <a:ea typeface="Arial"/>
                <a:cs typeface="Arial"/>
              </a:defRPr>
            </a:lvl6pPr>
            <a:lvl7pPr algn="l">
              <a:defRPr sz="3300" b="1">
                <a:solidFill>
                  <a:srgbClr val="26182E"/>
                </a:solidFill>
                <a:latin typeface="Arial"/>
                <a:ea typeface="Arial"/>
                <a:cs typeface="Arial"/>
              </a:defRPr>
            </a:lvl7pPr>
            <a:lvl8pPr algn="l">
              <a:defRPr sz="3300" b="1">
                <a:solidFill>
                  <a:srgbClr val="26182E"/>
                </a:solidFill>
                <a:latin typeface="Arial"/>
                <a:ea typeface="Arial"/>
                <a:cs typeface="Arial"/>
              </a:defRPr>
            </a:lvl8pPr>
            <a:lvl9pPr algn="l">
              <a:defRPr sz="3300" b="1">
                <a:solidFill>
                  <a:srgbClr val="26182E"/>
                </a:solidFill>
                <a:latin typeface="Arial"/>
                <a:ea typeface="Arial"/>
                <a:cs typeface="Arial"/>
              </a:defRPr>
            </a:lvl9pPr>
          </a:lstStyle>
          <a:p>
            <a:pPr algn="l">
              <a:defRPr sz="3300" b="1">
                <a:solidFill>
                  <a:srgbClr val="26182E"/>
                </a:solidFill>
                <a:latin typeface="Arial"/>
                <a:ea typeface="Arial"/>
                <a:cs typeface="Arial"/>
              </a:defRPr>
            </a:pPr>
            <a:r>
              <a:rPr sz="3300" b="1">
                <a:solidFill>
                  <a:srgbClr val="26182E"/>
                </a:solidFill>
                <a:latin typeface="Arial"/>
                <a:ea typeface="Arial"/>
                <a:cs typeface="Arial"/>
              </a:rPr>
              <a:t>Project Workflow</a:t>
            </a:r>
          </a:p>
        </p:txBody>
      </p:sp>
      <p:sp>
        <p:nvSpPr>
          <p:cNvPr id="2" name="مستطيل 1">
            <a:extLst>
              <a:ext uri="{FF2B5EF4-FFF2-40B4-BE49-F238E27FC236}">
                <a16:creationId xmlns:a16="http://schemas.microsoft.com/office/drawing/2014/main" id="{F0324A51-7CFC-407D-AB8D-D43E62553BE4}"/>
              </a:ext>
            </a:extLst>
          </p:cNvPr>
          <p:cNvSpPr>
            <a:spLocks noGrp="1"/>
          </p:cNvSpPr>
          <p:nvPr/>
        </p:nvSpPr>
        <p:spPr>
          <a:xfrm>
            <a:off x="685800" y="6324600"/>
            <a:ext cx="476250" cy="209550"/>
          </a:xfrm>
          <a:prstGeom prst="rect">
            <a:avLst/>
          </a:prstGeom>
          <a:noFill/>
          <a:ln w="0">
            <a:noFill/>
          </a:ln>
        </p:spPr>
        <p:txBody>
          <a:bodyPr lIns="0" tIns="0" rIns="0" bIns="0" anchor="ctr"/>
          <a:lstStyle>
            <a:defPPr algn="l">
              <a:defRPr sz="1200" b="0">
                <a:solidFill>
                  <a:srgbClr val="756C78"/>
                </a:solidFill>
                <a:latin typeface="Arial"/>
                <a:ea typeface="Arial"/>
                <a:cs typeface="Arial"/>
              </a:defRPr>
            </a:defPPr>
            <a:lvl1pPr algn="l">
              <a:defRPr sz="1200" b="0">
                <a:solidFill>
                  <a:srgbClr val="756C78"/>
                </a:solidFill>
                <a:latin typeface="Arial"/>
                <a:ea typeface="Arial"/>
                <a:cs typeface="Arial"/>
              </a:defRPr>
            </a:lvl1pPr>
            <a:lvl2pPr algn="l">
              <a:defRPr sz="1200" b="0">
                <a:solidFill>
                  <a:srgbClr val="756C78"/>
                </a:solidFill>
                <a:latin typeface="Arial"/>
                <a:ea typeface="Arial"/>
                <a:cs typeface="Arial"/>
              </a:defRPr>
            </a:lvl2pPr>
            <a:lvl3pPr algn="l">
              <a:defRPr sz="1200" b="0">
                <a:solidFill>
                  <a:srgbClr val="756C78"/>
                </a:solidFill>
                <a:latin typeface="Arial"/>
                <a:ea typeface="Arial"/>
                <a:cs typeface="Arial"/>
              </a:defRPr>
            </a:lvl3pPr>
            <a:lvl4pPr algn="l">
              <a:defRPr sz="1200" b="0">
                <a:solidFill>
                  <a:srgbClr val="756C78"/>
                </a:solidFill>
                <a:latin typeface="Arial"/>
                <a:ea typeface="Arial"/>
                <a:cs typeface="Arial"/>
              </a:defRPr>
            </a:lvl4pPr>
            <a:lvl5pPr algn="l">
              <a:defRPr sz="1200" b="0">
                <a:solidFill>
                  <a:srgbClr val="756C78"/>
                </a:solidFill>
                <a:latin typeface="Arial"/>
                <a:ea typeface="Arial"/>
                <a:cs typeface="Arial"/>
              </a:defRPr>
            </a:lvl5pPr>
            <a:lvl6pPr algn="l">
              <a:defRPr sz="1200" b="0">
                <a:solidFill>
                  <a:srgbClr val="756C78"/>
                </a:solidFill>
                <a:latin typeface="Arial"/>
                <a:ea typeface="Arial"/>
                <a:cs typeface="Arial"/>
              </a:defRPr>
            </a:lvl6pPr>
            <a:lvl7pPr algn="l">
              <a:defRPr sz="1200" b="0">
                <a:solidFill>
                  <a:srgbClr val="756C78"/>
                </a:solidFill>
                <a:latin typeface="Arial"/>
                <a:ea typeface="Arial"/>
                <a:cs typeface="Arial"/>
              </a:defRPr>
            </a:lvl7pPr>
            <a:lvl8pPr algn="l">
              <a:defRPr sz="1200" b="0">
                <a:solidFill>
                  <a:srgbClr val="756C78"/>
                </a:solidFill>
                <a:latin typeface="Arial"/>
                <a:ea typeface="Arial"/>
                <a:cs typeface="Arial"/>
              </a:defRPr>
            </a:lvl8pPr>
            <a:lvl9pPr algn="l">
              <a:defRPr sz="1200" b="0">
                <a:solidFill>
                  <a:srgbClr val="756C78"/>
                </a:solidFill>
                <a:latin typeface="Arial"/>
                <a:ea typeface="Arial"/>
                <a:cs typeface="Arial"/>
              </a:defRPr>
            </a:lvl9pPr>
          </a:lstStyle>
          <a:p>
            <a:pPr algn="l">
              <a:defRPr sz="1200" b="0">
                <a:solidFill>
                  <a:srgbClr val="756C78"/>
                </a:solidFill>
                <a:latin typeface="Arial"/>
                <a:ea typeface="Arial"/>
                <a:cs typeface="Arial"/>
              </a:defRPr>
            </a:pPr>
            <a:r>
              <a:rPr sz="1200" b="0">
                <a:solidFill>
                  <a:srgbClr val="756C78"/>
                </a:solidFill>
                <a:latin typeface="Arial"/>
                <a:ea typeface="Arial"/>
                <a:cs typeface="Arial"/>
              </a:rPr>
              <a:t>03</a:t>
            </a:r>
          </a:p>
        </p:txBody>
      </p:sp>
      <p:sp>
        <p:nvSpPr>
          <p:cNvPr id="3" name="مستطيل 2">
            <a:extLst>
              <a:ext uri="{FF2B5EF4-FFF2-40B4-BE49-F238E27FC236}">
                <a16:creationId xmlns:a16="http://schemas.microsoft.com/office/drawing/2014/main" id="{470D3F08-0DB7-48A0-A742-F64D0A9798C7}"/>
              </a:ext>
            </a:extLst>
          </p:cNvPr>
          <p:cNvSpPr>
            <a:spLocks noGrp="1"/>
          </p:cNvSpPr>
          <p:nvPr/>
        </p:nvSpPr>
        <p:spPr>
          <a:xfrm>
            <a:off x="914400" y="1524000"/>
            <a:ext cx="4286250" cy="457200"/>
          </a:xfrm>
          <a:prstGeom prst="rect">
            <a:avLst/>
          </a:prstGeom>
          <a:noFill/>
          <a:ln w="0">
            <a:noFill/>
          </a:ln>
        </p:spPr>
        <p:txBody>
          <a:bodyPr lIns="0" tIns="0" rIns="0" bIns="0" anchor="ctr"/>
          <a:lstStyle>
            <a:defPPr algn="l">
              <a:defRPr sz="2175" b="1">
                <a:solidFill>
                  <a:srgbClr val="522D60"/>
                </a:solidFill>
                <a:latin typeface="Arial"/>
                <a:ea typeface="Arial"/>
                <a:cs typeface="Arial"/>
              </a:defRPr>
            </a:defPPr>
            <a:lvl1pPr algn="l">
              <a:defRPr sz="2175" b="1">
                <a:solidFill>
                  <a:srgbClr val="522D60"/>
                </a:solidFill>
                <a:latin typeface="Arial"/>
                <a:ea typeface="Arial"/>
                <a:cs typeface="Arial"/>
              </a:defRPr>
            </a:lvl1pPr>
            <a:lvl2pPr algn="l">
              <a:defRPr sz="2175" b="1">
                <a:solidFill>
                  <a:srgbClr val="522D60"/>
                </a:solidFill>
                <a:latin typeface="Arial"/>
                <a:ea typeface="Arial"/>
                <a:cs typeface="Arial"/>
              </a:defRPr>
            </a:lvl2pPr>
            <a:lvl3pPr algn="l">
              <a:defRPr sz="2175" b="1">
                <a:solidFill>
                  <a:srgbClr val="522D60"/>
                </a:solidFill>
                <a:latin typeface="Arial"/>
                <a:ea typeface="Arial"/>
                <a:cs typeface="Arial"/>
              </a:defRPr>
            </a:lvl3pPr>
            <a:lvl4pPr algn="l">
              <a:defRPr sz="2175" b="1">
                <a:solidFill>
                  <a:srgbClr val="522D60"/>
                </a:solidFill>
                <a:latin typeface="Arial"/>
                <a:ea typeface="Arial"/>
                <a:cs typeface="Arial"/>
              </a:defRPr>
            </a:lvl4pPr>
            <a:lvl5pPr algn="l">
              <a:defRPr sz="2175" b="1">
                <a:solidFill>
                  <a:srgbClr val="522D60"/>
                </a:solidFill>
                <a:latin typeface="Arial"/>
                <a:ea typeface="Arial"/>
                <a:cs typeface="Arial"/>
              </a:defRPr>
            </a:lvl5pPr>
            <a:lvl6pPr algn="l">
              <a:defRPr sz="2175" b="1">
                <a:solidFill>
                  <a:srgbClr val="522D60"/>
                </a:solidFill>
                <a:latin typeface="Arial"/>
                <a:ea typeface="Arial"/>
                <a:cs typeface="Arial"/>
              </a:defRPr>
            </a:lvl6pPr>
            <a:lvl7pPr algn="l">
              <a:defRPr sz="2175" b="1">
                <a:solidFill>
                  <a:srgbClr val="522D60"/>
                </a:solidFill>
                <a:latin typeface="Arial"/>
                <a:ea typeface="Arial"/>
                <a:cs typeface="Arial"/>
              </a:defRPr>
            </a:lvl7pPr>
            <a:lvl8pPr algn="l">
              <a:defRPr sz="2175" b="1">
                <a:solidFill>
                  <a:srgbClr val="522D60"/>
                </a:solidFill>
                <a:latin typeface="Arial"/>
                <a:ea typeface="Arial"/>
                <a:cs typeface="Arial"/>
              </a:defRPr>
            </a:lvl8pPr>
            <a:lvl9pPr algn="l">
              <a:defRPr sz="2175" b="1">
                <a:solidFill>
                  <a:srgbClr val="522D60"/>
                </a:solidFill>
                <a:latin typeface="Arial"/>
                <a:ea typeface="Arial"/>
                <a:cs typeface="Arial"/>
              </a:defRPr>
            </a:lvl9pPr>
          </a:lstStyle>
          <a:p>
            <a:pPr algn="l">
              <a:defRPr sz="2175" b="1">
                <a:solidFill>
                  <a:srgbClr val="522D60"/>
                </a:solidFill>
                <a:latin typeface="Arial"/>
                <a:ea typeface="Arial"/>
                <a:cs typeface="Arial"/>
              </a:defRPr>
            </a:pPr>
            <a:r>
              <a:rPr sz="2175" b="1">
                <a:solidFill>
                  <a:srgbClr val="522D60"/>
                </a:solidFill>
                <a:latin typeface="Arial"/>
                <a:ea typeface="Arial"/>
                <a:cs typeface="Arial"/>
              </a:rPr>
              <a:t>01  Data profiling</a:t>
            </a:r>
          </a:p>
        </p:txBody>
      </p:sp>
      <p:sp>
        <p:nvSpPr>
          <p:cNvPr id="4" name="مستطيل 3">
            <a:extLst>
              <a:ext uri="{FF2B5EF4-FFF2-40B4-BE49-F238E27FC236}">
                <a16:creationId xmlns:a16="http://schemas.microsoft.com/office/drawing/2014/main" id="{0BB9968F-903C-4DF0-A93A-F1AC155D19B5}"/>
              </a:ext>
            </a:extLst>
          </p:cNvPr>
          <p:cNvSpPr>
            <a:spLocks noGrp="1"/>
          </p:cNvSpPr>
          <p:nvPr/>
        </p:nvSpPr>
        <p:spPr>
          <a:xfrm>
            <a:off x="5715000" y="1524000"/>
            <a:ext cx="5619750" cy="714375"/>
          </a:xfrm>
          <a:prstGeom prst="rect">
            <a:avLst/>
          </a:prstGeom>
          <a:noFill/>
          <a:ln w="0">
            <a:noFill/>
          </a:ln>
        </p:spPr>
        <p:txBody>
          <a:bodyPr lIns="0" tIns="0" rIns="0" bIns="0" anchor="ctr"/>
          <a:lstStyle>
            <a:defPPr algn="l">
              <a:defRPr sz="1875" b="0">
                <a:solidFill>
                  <a:srgbClr val="756C78"/>
                </a:solidFill>
                <a:latin typeface="Arial"/>
                <a:ea typeface="Arial"/>
                <a:cs typeface="Arial"/>
              </a:defRPr>
            </a:defPPr>
            <a:lvl1pPr algn="l">
              <a:defRPr sz="1875" b="0">
                <a:solidFill>
                  <a:srgbClr val="756C78"/>
                </a:solidFill>
                <a:latin typeface="Arial"/>
                <a:ea typeface="Arial"/>
                <a:cs typeface="Arial"/>
              </a:defRPr>
            </a:lvl1pPr>
            <a:lvl2pPr algn="l">
              <a:defRPr sz="1875" b="0">
                <a:solidFill>
                  <a:srgbClr val="756C78"/>
                </a:solidFill>
                <a:latin typeface="Arial"/>
                <a:ea typeface="Arial"/>
                <a:cs typeface="Arial"/>
              </a:defRPr>
            </a:lvl2pPr>
            <a:lvl3pPr algn="l">
              <a:defRPr sz="1875" b="0">
                <a:solidFill>
                  <a:srgbClr val="756C78"/>
                </a:solidFill>
                <a:latin typeface="Arial"/>
                <a:ea typeface="Arial"/>
                <a:cs typeface="Arial"/>
              </a:defRPr>
            </a:lvl3pPr>
            <a:lvl4pPr algn="l">
              <a:defRPr sz="1875" b="0">
                <a:solidFill>
                  <a:srgbClr val="756C78"/>
                </a:solidFill>
                <a:latin typeface="Arial"/>
                <a:ea typeface="Arial"/>
                <a:cs typeface="Arial"/>
              </a:defRPr>
            </a:lvl4pPr>
            <a:lvl5pPr algn="l">
              <a:defRPr sz="1875" b="0">
                <a:solidFill>
                  <a:srgbClr val="756C78"/>
                </a:solidFill>
                <a:latin typeface="Arial"/>
                <a:ea typeface="Arial"/>
                <a:cs typeface="Arial"/>
              </a:defRPr>
            </a:lvl5pPr>
            <a:lvl6pPr algn="l">
              <a:defRPr sz="1875" b="0">
                <a:solidFill>
                  <a:srgbClr val="756C78"/>
                </a:solidFill>
                <a:latin typeface="Arial"/>
                <a:ea typeface="Arial"/>
                <a:cs typeface="Arial"/>
              </a:defRPr>
            </a:lvl6pPr>
            <a:lvl7pPr algn="l">
              <a:defRPr sz="1875" b="0">
                <a:solidFill>
                  <a:srgbClr val="756C78"/>
                </a:solidFill>
                <a:latin typeface="Arial"/>
                <a:ea typeface="Arial"/>
                <a:cs typeface="Arial"/>
              </a:defRPr>
            </a:lvl7pPr>
            <a:lvl8pPr algn="l">
              <a:defRPr sz="1875" b="0">
                <a:solidFill>
                  <a:srgbClr val="756C78"/>
                </a:solidFill>
                <a:latin typeface="Arial"/>
                <a:ea typeface="Arial"/>
                <a:cs typeface="Arial"/>
              </a:defRPr>
            </a:lvl8pPr>
            <a:lvl9pPr algn="l">
              <a:defRPr sz="1875" b="0">
                <a:solidFill>
                  <a:srgbClr val="756C78"/>
                </a:solidFill>
                <a:latin typeface="Arial"/>
                <a:ea typeface="Arial"/>
                <a:cs typeface="Arial"/>
              </a:defRPr>
            </a:lvl9pPr>
          </a:lstStyle>
          <a:p>
            <a:pPr algn="l">
              <a:defRPr sz="1875" b="0">
                <a:solidFill>
                  <a:srgbClr val="756C78"/>
                </a:solidFill>
                <a:latin typeface="Arial"/>
                <a:ea typeface="Arial"/>
                <a:cs typeface="Arial"/>
              </a:defRPr>
            </a:pPr>
            <a:r>
              <a:rPr sz="1875" b="0">
                <a:solidFill>
                  <a:srgbClr val="756C78"/>
                </a:solidFill>
                <a:latin typeface="Arial"/>
                <a:ea typeface="Arial"/>
                <a:cs typeface="Arial"/>
              </a:rPr>
              <a:t>Inspect types, missing values and duplicates</a:t>
            </a:r>
          </a:p>
        </p:txBody>
      </p:sp>
      <p:sp>
        <p:nvSpPr>
          <p:cNvPr id="5" name="مستطيل 4">
            <a:extLst>
              <a:ext uri="{FF2B5EF4-FFF2-40B4-BE49-F238E27FC236}">
                <a16:creationId xmlns:a16="http://schemas.microsoft.com/office/drawing/2014/main" id="{6FE441B1-BE9C-4E10-9723-11BE2C6E40C2}"/>
              </a:ext>
            </a:extLst>
          </p:cNvPr>
          <p:cNvSpPr>
            <a:spLocks noGrp="1"/>
          </p:cNvSpPr>
          <p:nvPr/>
        </p:nvSpPr>
        <p:spPr>
          <a:xfrm>
            <a:off x="914400" y="2381250"/>
            <a:ext cx="4286250" cy="457200"/>
          </a:xfrm>
          <a:prstGeom prst="rect">
            <a:avLst/>
          </a:prstGeom>
          <a:noFill/>
          <a:ln w="0">
            <a:noFill/>
          </a:ln>
        </p:spPr>
        <p:txBody>
          <a:bodyPr lIns="0" tIns="0" rIns="0" bIns="0" anchor="ctr"/>
          <a:lstStyle>
            <a:defPPr algn="l">
              <a:defRPr sz="2175" b="1">
                <a:solidFill>
                  <a:srgbClr val="522D60"/>
                </a:solidFill>
                <a:latin typeface="Arial"/>
                <a:ea typeface="Arial"/>
                <a:cs typeface="Arial"/>
              </a:defRPr>
            </a:defPPr>
            <a:lvl1pPr algn="l">
              <a:defRPr sz="2175" b="1">
                <a:solidFill>
                  <a:srgbClr val="522D60"/>
                </a:solidFill>
                <a:latin typeface="Arial"/>
                <a:ea typeface="Arial"/>
                <a:cs typeface="Arial"/>
              </a:defRPr>
            </a:lvl1pPr>
            <a:lvl2pPr algn="l">
              <a:defRPr sz="2175" b="1">
                <a:solidFill>
                  <a:srgbClr val="522D60"/>
                </a:solidFill>
                <a:latin typeface="Arial"/>
                <a:ea typeface="Arial"/>
                <a:cs typeface="Arial"/>
              </a:defRPr>
            </a:lvl2pPr>
            <a:lvl3pPr algn="l">
              <a:defRPr sz="2175" b="1">
                <a:solidFill>
                  <a:srgbClr val="522D60"/>
                </a:solidFill>
                <a:latin typeface="Arial"/>
                <a:ea typeface="Arial"/>
                <a:cs typeface="Arial"/>
              </a:defRPr>
            </a:lvl3pPr>
            <a:lvl4pPr algn="l">
              <a:defRPr sz="2175" b="1">
                <a:solidFill>
                  <a:srgbClr val="522D60"/>
                </a:solidFill>
                <a:latin typeface="Arial"/>
                <a:ea typeface="Arial"/>
                <a:cs typeface="Arial"/>
              </a:defRPr>
            </a:lvl4pPr>
            <a:lvl5pPr algn="l">
              <a:defRPr sz="2175" b="1">
                <a:solidFill>
                  <a:srgbClr val="522D60"/>
                </a:solidFill>
                <a:latin typeface="Arial"/>
                <a:ea typeface="Arial"/>
                <a:cs typeface="Arial"/>
              </a:defRPr>
            </a:lvl5pPr>
            <a:lvl6pPr algn="l">
              <a:defRPr sz="2175" b="1">
                <a:solidFill>
                  <a:srgbClr val="522D60"/>
                </a:solidFill>
                <a:latin typeface="Arial"/>
                <a:ea typeface="Arial"/>
                <a:cs typeface="Arial"/>
              </a:defRPr>
            </a:lvl6pPr>
            <a:lvl7pPr algn="l">
              <a:defRPr sz="2175" b="1">
                <a:solidFill>
                  <a:srgbClr val="522D60"/>
                </a:solidFill>
                <a:latin typeface="Arial"/>
                <a:ea typeface="Arial"/>
                <a:cs typeface="Arial"/>
              </a:defRPr>
            </a:lvl7pPr>
            <a:lvl8pPr algn="l">
              <a:defRPr sz="2175" b="1">
                <a:solidFill>
                  <a:srgbClr val="522D60"/>
                </a:solidFill>
                <a:latin typeface="Arial"/>
                <a:ea typeface="Arial"/>
                <a:cs typeface="Arial"/>
              </a:defRPr>
            </a:lvl8pPr>
            <a:lvl9pPr algn="l">
              <a:defRPr sz="2175" b="1">
                <a:solidFill>
                  <a:srgbClr val="522D60"/>
                </a:solidFill>
                <a:latin typeface="Arial"/>
                <a:ea typeface="Arial"/>
                <a:cs typeface="Arial"/>
              </a:defRPr>
            </a:lvl9pPr>
          </a:lstStyle>
          <a:p>
            <a:pPr algn="l">
              <a:defRPr sz="2175" b="1">
                <a:solidFill>
                  <a:srgbClr val="522D60"/>
                </a:solidFill>
                <a:latin typeface="Arial"/>
                <a:ea typeface="Arial"/>
                <a:cs typeface="Arial"/>
              </a:defRPr>
            </a:pPr>
            <a:r>
              <a:rPr sz="2175" b="1">
                <a:solidFill>
                  <a:srgbClr val="522D60"/>
                </a:solidFill>
                <a:latin typeface="Arial"/>
                <a:ea typeface="Arial"/>
                <a:cs typeface="Arial"/>
              </a:rPr>
              <a:t>02  Cleaning and integration</a:t>
            </a:r>
          </a:p>
        </p:txBody>
      </p:sp>
      <p:sp>
        <p:nvSpPr>
          <p:cNvPr id="6" name="مستطيل 5">
            <a:extLst>
              <a:ext uri="{FF2B5EF4-FFF2-40B4-BE49-F238E27FC236}">
                <a16:creationId xmlns:a16="http://schemas.microsoft.com/office/drawing/2014/main" id="{B07455C6-8FA3-4157-B747-B7E33C311BFA}"/>
              </a:ext>
            </a:extLst>
          </p:cNvPr>
          <p:cNvSpPr>
            <a:spLocks noGrp="1"/>
          </p:cNvSpPr>
          <p:nvPr/>
        </p:nvSpPr>
        <p:spPr>
          <a:xfrm>
            <a:off x="5715000" y="2381250"/>
            <a:ext cx="5619750" cy="714375"/>
          </a:xfrm>
          <a:prstGeom prst="rect">
            <a:avLst/>
          </a:prstGeom>
          <a:noFill/>
          <a:ln w="0">
            <a:noFill/>
          </a:ln>
        </p:spPr>
        <p:txBody>
          <a:bodyPr lIns="0" tIns="0" rIns="0" bIns="0" anchor="ctr"/>
          <a:lstStyle>
            <a:defPPr algn="l">
              <a:defRPr sz="1875" b="0">
                <a:solidFill>
                  <a:srgbClr val="756C78"/>
                </a:solidFill>
                <a:latin typeface="Arial"/>
                <a:ea typeface="Arial"/>
                <a:cs typeface="Arial"/>
              </a:defRPr>
            </a:defPPr>
            <a:lvl1pPr algn="l">
              <a:defRPr sz="1875" b="0">
                <a:solidFill>
                  <a:srgbClr val="756C78"/>
                </a:solidFill>
                <a:latin typeface="Arial"/>
                <a:ea typeface="Arial"/>
                <a:cs typeface="Arial"/>
              </a:defRPr>
            </a:lvl1pPr>
            <a:lvl2pPr algn="l">
              <a:defRPr sz="1875" b="0">
                <a:solidFill>
                  <a:srgbClr val="756C78"/>
                </a:solidFill>
                <a:latin typeface="Arial"/>
                <a:ea typeface="Arial"/>
                <a:cs typeface="Arial"/>
              </a:defRPr>
            </a:lvl2pPr>
            <a:lvl3pPr algn="l">
              <a:defRPr sz="1875" b="0">
                <a:solidFill>
                  <a:srgbClr val="756C78"/>
                </a:solidFill>
                <a:latin typeface="Arial"/>
                <a:ea typeface="Arial"/>
                <a:cs typeface="Arial"/>
              </a:defRPr>
            </a:lvl3pPr>
            <a:lvl4pPr algn="l">
              <a:defRPr sz="1875" b="0">
                <a:solidFill>
                  <a:srgbClr val="756C78"/>
                </a:solidFill>
                <a:latin typeface="Arial"/>
                <a:ea typeface="Arial"/>
                <a:cs typeface="Arial"/>
              </a:defRPr>
            </a:lvl4pPr>
            <a:lvl5pPr algn="l">
              <a:defRPr sz="1875" b="0">
                <a:solidFill>
                  <a:srgbClr val="756C78"/>
                </a:solidFill>
                <a:latin typeface="Arial"/>
                <a:ea typeface="Arial"/>
                <a:cs typeface="Arial"/>
              </a:defRPr>
            </a:lvl5pPr>
            <a:lvl6pPr algn="l">
              <a:defRPr sz="1875" b="0">
                <a:solidFill>
                  <a:srgbClr val="756C78"/>
                </a:solidFill>
                <a:latin typeface="Arial"/>
                <a:ea typeface="Arial"/>
                <a:cs typeface="Arial"/>
              </a:defRPr>
            </a:lvl6pPr>
            <a:lvl7pPr algn="l">
              <a:defRPr sz="1875" b="0">
                <a:solidFill>
                  <a:srgbClr val="756C78"/>
                </a:solidFill>
                <a:latin typeface="Arial"/>
                <a:ea typeface="Arial"/>
                <a:cs typeface="Arial"/>
              </a:defRPr>
            </a:lvl7pPr>
            <a:lvl8pPr algn="l">
              <a:defRPr sz="1875" b="0">
                <a:solidFill>
                  <a:srgbClr val="756C78"/>
                </a:solidFill>
                <a:latin typeface="Arial"/>
                <a:ea typeface="Arial"/>
                <a:cs typeface="Arial"/>
              </a:defRPr>
            </a:lvl8pPr>
            <a:lvl9pPr algn="l">
              <a:defRPr sz="1875" b="0">
                <a:solidFill>
                  <a:srgbClr val="756C78"/>
                </a:solidFill>
                <a:latin typeface="Arial"/>
                <a:ea typeface="Arial"/>
                <a:cs typeface="Arial"/>
              </a:defRPr>
            </a:lvl9pPr>
          </a:lstStyle>
          <a:p>
            <a:pPr algn="l">
              <a:defRPr sz="1875" b="0">
                <a:solidFill>
                  <a:srgbClr val="756C78"/>
                </a:solidFill>
                <a:latin typeface="Arial"/>
                <a:ea typeface="Arial"/>
                <a:cs typeface="Arial"/>
              </a:defRPr>
            </a:pPr>
            <a:r>
              <a:rPr sz="1875" b="0">
                <a:solidFill>
                  <a:srgbClr val="756C78"/>
                </a:solidFill>
                <a:latin typeface="Arial"/>
                <a:ea typeface="Arial"/>
                <a:cs typeface="Arial"/>
              </a:rPr>
              <a:t>Extract prices, standardize text and map identifiers</a:t>
            </a:r>
          </a:p>
        </p:txBody>
      </p:sp>
      <p:sp>
        <p:nvSpPr>
          <p:cNvPr id="7" name="مستطيل 6">
            <a:extLst>
              <a:ext uri="{FF2B5EF4-FFF2-40B4-BE49-F238E27FC236}">
                <a16:creationId xmlns:a16="http://schemas.microsoft.com/office/drawing/2014/main" id="{2188F297-B2A5-4E36-BEAB-DA21AC12DA7C}"/>
              </a:ext>
            </a:extLst>
          </p:cNvPr>
          <p:cNvSpPr>
            <a:spLocks noGrp="1"/>
          </p:cNvSpPr>
          <p:nvPr/>
        </p:nvSpPr>
        <p:spPr>
          <a:xfrm>
            <a:off x="914400" y="3238500"/>
            <a:ext cx="4286250" cy="457200"/>
          </a:xfrm>
          <a:prstGeom prst="rect">
            <a:avLst/>
          </a:prstGeom>
          <a:noFill/>
          <a:ln w="0">
            <a:noFill/>
          </a:ln>
        </p:spPr>
        <p:txBody>
          <a:bodyPr lIns="0" tIns="0" rIns="0" bIns="0" anchor="ctr"/>
          <a:lstStyle>
            <a:defPPr algn="l">
              <a:defRPr sz="2175" b="1">
                <a:solidFill>
                  <a:srgbClr val="522D60"/>
                </a:solidFill>
                <a:latin typeface="Arial"/>
                <a:ea typeface="Arial"/>
                <a:cs typeface="Arial"/>
              </a:defRPr>
            </a:defPPr>
            <a:lvl1pPr algn="l">
              <a:defRPr sz="2175" b="1">
                <a:solidFill>
                  <a:srgbClr val="522D60"/>
                </a:solidFill>
                <a:latin typeface="Arial"/>
                <a:ea typeface="Arial"/>
                <a:cs typeface="Arial"/>
              </a:defRPr>
            </a:lvl1pPr>
            <a:lvl2pPr algn="l">
              <a:defRPr sz="2175" b="1">
                <a:solidFill>
                  <a:srgbClr val="522D60"/>
                </a:solidFill>
                <a:latin typeface="Arial"/>
                <a:ea typeface="Arial"/>
                <a:cs typeface="Arial"/>
              </a:defRPr>
            </a:lvl2pPr>
            <a:lvl3pPr algn="l">
              <a:defRPr sz="2175" b="1">
                <a:solidFill>
                  <a:srgbClr val="522D60"/>
                </a:solidFill>
                <a:latin typeface="Arial"/>
                <a:ea typeface="Arial"/>
                <a:cs typeface="Arial"/>
              </a:defRPr>
            </a:lvl3pPr>
            <a:lvl4pPr algn="l">
              <a:defRPr sz="2175" b="1">
                <a:solidFill>
                  <a:srgbClr val="522D60"/>
                </a:solidFill>
                <a:latin typeface="Arial"/>
                <a:ea typeface="Arial"/>
                <a:cs typeface="Arial"/>
              </a:defRPr>
            </a:lvl4pPr>
            <a:lvl5pPr algn="l">
              <a:defRPr sz="2175" b="1">
                <a:solidFill>
                  <a:srgbClr val="522D60"/>
                </a:solidFill>
                <a:latin typeface="Arial"/>
                <a:ea typeface="Arial"/>
                <a:cs typeface="Arial"/>
              </a:defRPr>
            </a:lvl5pPr>
            <a:lvl6pPr algn="l">
              <a:defRPr sz="2175" b="1">
                <a:solidFill>
                  <a:srgbClr val="522D60"/>
                </a:solidFill>
                <a:latin typeface="Arial"/>
                <a:ea typeface="Arial"/>
                <a:cs typeface="Arial"/>
              </a:defRPr>
            </a:lvl6pPr>
            <a:lvl7pPr algn="l">
              <a:defRPr sz="2175" b="1">
                <a:solidFill>
                  <a:srgbClr val="522D60"/>
                </a:solidFill>
                <a:latin typeface="Arial"/>
                <a:ea typeface="Arial"/>
                <a:cs typeface="Arial"/>
              </a:defRPr>
            </a:lvl7pPr>
            <a:lvl8pPr algn="l">
              <a:defRPr sz="2175" b="1">
                <a:solidFill>
                  <a:srgbClr val="522D60"/>
                </a:solidFill>
                <a:latin typeface="Arial"/>
                <a:ea typeface="Arial"/>
                <a:cs typeface="Arial"/>
              </a:defRPr>
            </a:lvl8pPr>
            <a:lvl9pPr algn="l">
              <a:defRPr sz="2175" b="1">
                <a:solidFill>
                  <a:srgbClr val="522D60"/>
                </a:solidFill>
                <a:latin typeface="Arial"/>
                <a:ea typeface="Arial"/>
                <a:cs typeface="Arial"/>
              </a:defRPr>
            </a:lvl9pPr>
          </a:lstStyle>
          <a:p>
            <a:pPr algn="l">
              <a:defRPr sz="2175" b="1">
                <a:solidFill>
                  <a:srgbClr val="522D60"/>
                </a:solidFill>
                <a:latin typeface="Arial"/>
                <a:ea typeface="Arial"/>
                <a:cs typeface="Arial"/>
              </a:defRPr>
            </a:pPr>
            <a:r>
              <a:rPr sz="2175" b="1">
                <a:solidFill>
                  <a:srgbClr val="522D60"/>
                </a:solidFill>
                <a:latin typeface="Arial"/>
                <a:ea typeface="Arial"/>
                <a:cs typeface="Arial"/>
              </a:rPr>
              <a:t>03  Database</a:t>
            </a:r>
          </a:p>
        </p:txBody>
      </p:sp>
      <p:sp>
        <p:nvSpPr>
          <p:cNvPr id="8" name="مستطيل 7">
            <a:extLst>
              <a:ext uri="{FF2B5EF4-FFF2-40B4-BE49-F238E27FC236}">
                <a16:creationId xmlns:a16="http://schemas.microsoft.com/office/drawing/2014/main" id="{19F36E51-267E-4F80-B55B-7B0B2E0A4F46}"/>
              </a:ext>
            </a:extLst>
          </p:cNvPr>
          <p:cNvSpPr>
            <a:spLocks noGrp="1"/>
          </p:cNvSpPr>
          <p:nvPr/>
        </p:nvSpPr>
        <p:spPr>
          <a:xfrm>
            <a:off x="5715000" y="3238500"/>
            <a:ext cx="5619750" cy="714375"/>
          </a:xfrm>
          <a:prstGeom prst="rect">
            <a:avLst/>
          </a:prstGeom>
          <a:noFill/>
          <a:ln w="0">
            <a:noFill/>
          </a:ln>
        </p:spPr>
        <p:txBody>
          <a:bodyPr lIns="0" tIns="0" rIns="0" bIns="0" anchor="ctr"/>
          <a:lstStyle>
            <a:defPPr algn="l">
              <a:defRPr sz="1875" b="0">
                <a:solidFill>
                  <a:srgbClr val="756C78"/>
                </a:solidFill>
                <a:latin typeface="Arial"/>
                <a:ea typeface="Arial"/>
                <a:cs typeface="Arial"/>
              </a:defRPr>
            </a:defPPr>
            <a:lvl1pPr algn="l">
              <a:defRPr sz="1875" b="0">
                <a:solidFill>
                  <a:srgbClr val="756C78"/>
                </a:solidFill>
                <a:latin typeface="Arial"/>
                <a:ea typeface="Arial"/>
                <a:cs typeface="Arial"/>
              </a:defRPr>
            </a:lvl1pPr>
            <a:lvl2pPr algn="l">
              <a:defRPr sz="1875" b="0">
                <a:solidFill>
                  <a:srgbClr val="756C78"/>
                </a:solidFill>
                <a:latin typeface="Arial"/>
                <a:ea typeface="Arial"/>
                <a:cs typeface="Arial"/>
              </a:defRPr>
            </a:lvl2pPr>
            <a:lvl3pPr algn="l">
              <a:defRPr sz="1875" b="0">
                <a:solidFill>
                  <a:srgbClr val="756C78"/>
                </a:solidFill>
                <a:latin typeface="Arial"/>
                <a:ea typeface="Arial"/>
                <a:cs typeface="Arial"/>
              </a:defRPr>
            </a:lvl3pPr>
            <a:lvl4pPr algn="l">
              <a:defRPr sz="1875" b="0">
                <a:solidFill>
                  <a:srgbClr val="756C78"/>
                </a:solidFill>
                <a:latin typeface="Arial"/>
                <a:ea typeface="Arial"/>
                <a:cs typeface="Arial"/>
              </a:defRPr>
            </a:lvl4pPr>
            <a:lvl5pPr algn="l">
              <a:defRPr sz="1875" b="0">
                <a:solidFill>
                  <a:srgbClr val="756C78"/>
                </a:solidFill>
                <a:latin typeface="Arial"/>
                <a:ea typeface="Arial"/>
                <a:cs typeface="Arial"/>
              </a:defRPr>
            </a:lvl5pPr>
            <a:lvl6pPr algn="l">
              <a:defRPr sz="1875" b="0">
                <a:solidFill>
                  <a:srgbClr val="756C78"/>
                </a:solidFill>
                <a:latin typeface="Arial"/>
                <a:ea typeface="Arial"/>
                <a:cs typeface="Arial"/>
              </a:defRPr>
            </a:lvl6pPr>
            <a:lvl7pPr algn="l">
              <a:defRPr sz="1875" b="0">
                <a:solidFill>
                  <a:srgbClr val="756C78"/>
                </a:solidFill>
                <a:latin typeface="Arial"/>
                <a:ea typeface="Arial"/>
                <a:cs typeface="Arial"/>
              </a:defRPr>
            </a:lvl7pPr>
            <a:lvl8pPr algn="l">
              <a:defRPr sz="1875" b="0">
                <a:solidFill>
                  <a:srgbClr val="756C78"/>
                </a:solidFill>
                <a:latin typeface="Arial"/>
                <a:ea typeface="Arial"/>
                <a:cs typeface="Arial"/>
              </a:defRPr>
            </a:lvl8pPr>
            <a:lvl9pPr algn="l">
              <a:defRPr sz="1875" b="0">
                <a:solidFill>
                  <a:srgbClr val="756C78"/>
                </a:solidFill>
                <a:latin typeface="Arial"/>
                <a:ea typeface="Arial"/>
                <a:cs typeface="Arial"/>
              </a:defRPr>
            </a:lvl9pPr>
          </a:lstStyle>
          <a:p>
            <a:pPr algn="l">
              <a:defRPr sz="1875" b="0">
                <a:solidFill>
                  <a:srgbClr val="756C78"/>
                </a:solidFill>
                <a:latin typeface="Arial"/>
                <a:ea typeface="Arial"/>
                <a:cs typeface="Arial"/>
              </a:defRPr>
            </a:pPr>
            <a:r>
              <a:rPr sz="1875" b="0">
                <a:solidFill>
                  <a:srgbClr val="756C78"/>
                </a:solidFill>
                <a:latin typeface="Arial"/>
                <a:ea typeface="Arial"/>
                <a:cs typeface="Arial"/>
              </a:rPr>
              <a:t>Build related tables, constraints and validation queries</a:t>
            </a:r>
          </a:p>
        </p:txBody>
      </p:sp>
      <p:sp>
        <p:nvSpPr>
          <p:cNvPr id="9" name="مستطيل 8">
            <a:extLst>
              <a:ext uri="{FF2B5EF4-FFF2-40B4-BE49-F238E27FC236}">
                <a16:creationId xmlns:a16="http://schemas.microsoft.com/office/drawing/2014/main" id="{2CB75E26-2037-4754-91BA-07193E070426}"/>
              </a:ext>
            </a:extLst>
          </p:cNvPr>
          <p:cNvSpPr>
            <a:spLocks noGrp="1"/>
          </p:cNvSpPr>
          <p:nvPr/>
        </p:nvSpPr>
        <p:spPr>
          <a:xfrm>
            <a:off x="914400" y="4095750"/>
            <a:ext cx="4286250" cy="457200"/>
          </a:xfrm>
          <a:prstGeom prst="rect">
            <a:avLst/>
          </a:prstGeom>
          <a:noFill/>
          <a:ln w="0">
            <a:noFill/>
          </a:ln>
        </p:spPr>
        <p:txBody>
          <a:bodyPr lIns="0" tIns="0" rIns="0" bIns="0" anchor="ctr"/>
          <a:lstStyle>
            <a:defPPr algn="l">
              <a:defRPr sz="2175" b="1">
                <a:solidFill>
                  <a:srgbClr val="522D60"/>
                </a:solidFill>
                <a:latin typeface="Arial"/>
                <a:ea typeface="Arial"/>
                <a:cs typeface="Arial"/>
              </a:defRPr>
            </a:defPPr>
            <a:lvl1pPr algn="l">
              <a:defRPr sz="2175" b="1">
                <a:solidFill>
                  <a:srgbClr val="522D60"/>
                </a:solidFill>
                <a:latin typeface="Arial"/>
                <a:ea typeface="Arial"/>
                <a:cs typeface="Arial"/>
              </a:defRPr>
            </a:lvl1pPr>
            <a:lvl2pPr algn="l">
              <a:defRPr sz="2175" b="1">
                <a:solidFill>
                  <a:srgbClr val="522D60"/>
                </a:solidFill>
                <a:latin typeface="Arial"/>
                <a:ea typeface="Arial"/>
                <a:cs typeface="Arial"/>
              </a:defRPr>
            </a:lvl2pPr>
            <a:lvl3pPr algn="l">
              <a:defRPr sz="2175" b="1">
                <a:solidFill>
                  <a:srgbClr val="522D60"/>
                </a:solidFill>
                <a:latin typeface="Arial"/>
                <a:ea typeface="Arial"/>
                <a:cs typeface="Arial"/>
              </a:defRPr>
            </a:lvl3pPr>
            <a:lvl4pPr algn="l">
              <a:defRPr sz="2175" b="1">
                <a:solidFill>
                  <a:srgbClr val="522D60"/>
                </a:solidFill>
                <a:latin typeface="Arial"/>
                <a:ea typeface="Arial"/>
                <a:cs typeface="Arial"/>
              </a:defRPr>
            </a:lvl4pPr>
            <a:lvl5pPr algn="l">
              <a:defRPr sz="2175" b="1">
                <a:solidFill>
                  <a:srgbClr val="522D60"/>
                </a:solidFill>
                <a:latin typeface="Arial"/>
                <a:ea typeface="Arial"/>
                <a:cs typeface="Arial"/>
              </a:defRPr>
            </a:lvl5pPr>
            <a:lvl6pPr algn="l">
              <a:defRPr sz="2175" b="1">
                <a:solidFill>
                  <a:srgbClr val="522D60"/>
                </a:solidFill>
                <a:latin typeface="Arial"/>
                <a:ea typeface="Arial"/>
                <a:cs typeface="Arial"/>
              </a:defRPr>
            </a:lvl6pPr>
            <a:lvl7pPr algn="l">
              <a:defRPr sz="2175" b="1">
                <a:solidFill>
                  <a:srgbClr val="522D60"/>
                </a:solidFill>
                <a:latin typeface="Arial"/>
                <a:ea typeface="Arial"/>
                <a:cs typeface="Arial"/>
              </a:defRPr>
            </a:lvl7pPr>
            <a:lvl8pPr algn="l">
              <a:defRPr sz="2175" b="1">
                <a:solidFill>
                  <a:srgbClr val="522D60"/>
                </a:solidFill>
                <a:latin typeface="Arial"/>
                <a:ea typeface="Arial"/>
                <a:cs typeface="Arial"/>
              </a:defRPr>
            </a:lvl8pPr>
            <a:lvl9pPr algn="l">
              <a:defRPr sz="2175" b="1">
                <a:solidFill>
                  <a:srgbClr val="522D60"/>
                </a:solidFill>
                <a:latin typeface="Arial"/>
                <a:ea typeface="Arial"/>
                <a:cs typeface="Arial"/>
              </a:defRPr>
            </a:lvl9pPr>
          </a:lstStyle>
          <a:p>
            <a:pPr algn="l">
              <a:defRPr sz="2175" b="1">
                <a:solidFill>
                  <a:srgbClr val="522D60"/>
                </a:solidFill>
                <a:latin typeface="Arial"/>
                <a:ea typeface="Arial"/>
                <a:cs typeface="Arial"/>
              </a:defRPr>
            </a:pPr>
            <a:r>
              <a:rPr sz="2175" b="1">
                <a:solidFill>
                  <a:srgbClr val="522D60"/>
                </a:solidFill>
                <a:latin typeface="Arial"/>
                <a:ea typeface="Arial"/>
                <a:cs typeface="Arial"/>
              </a:rPr>
              <a:t>04  Analysis</a:t>
            </a:r>
          </a:p>
        </p:txBody>
      </p:sp>
      <p:sp>
        <p:nvSpPr>
          <p:cNvPr id="10" name="مستطيل 9">
            <a:extLst>
              <a:ext uri="{FF2B5EF4-FFF2-40B4-BE49-F238E27FC236}">
                <a16:creationId xmlns:a16="http://schemas.microsoft.com/office/drawing/2014/main" id="{EA4E1B86-DA90-4301-9986-D16C3CD940F0}"/>
              </a:ext>
            </a:extLst>
          </p:cNvPr>
          <p:cNvSpPr>
            <a:spLocks noGrp="1"/>
          </p:cNvSpPr>
          <p:nvPr/>
        </p:nvSpPr>
        <p:spPr>
          <a:xfrm>
            <a:off x="5715000" y="4095750"/>
            <a:ext cx="5619750" cy="714375"/>
          </a:xfrm>
          <a:prstGeom prst="rect">
            <a:avLst/>
          </a:prstGeom>
          <a:noFill/>
          <a:ln w="0">
            <a:noFill/>
          </a:ln>
        </p:spPr>
        <p:txBody>
          <a:bodyPr lIns="0" tIns="0" rIns="0" bIns="0" anchor="ctr"/>
          <a:lstStyle>
            <a:defPPr algn="l">
              <a:defRPr sz="1875" b="0">
                <a:solidFill>
                  <a:srgbClr val="756C78"/>
                </a:solidFill>
                <a:latin typeface="Arial"/>
                <a:ea typeface="Arial"/>
                <a:cs typeface="Arial"/>
              </a:defRPr>
            </a:defPPr>
            <a:lvl1pPr algn="l">
              <a:defRPr sz="1875" b="0">
                <a:solidFill>
                  <a:srgbClr val="756C78"/>
                </a:solidFill>
                <a:latin typeface="Arial"/>
                <a:ea typeface="Arial"/>
                <a:cs typeface="Arial"/>
              </a:defRPr>
            </a:lvl1pPr>
            <a:lvl2pPr algn="l">
              <a:defRPr sz="1875" b="0">
                <a:solidFill>
                  <a:srgbClr val="756C78"/>
                </a:solidFill>
                <a:latin typeface="Arial"/>
                <a:ea typeface="Arial"/>
                <a:cs typeface="Arial"/>
              </a:defRPr>
            </a:lvl2pPr>
            <a:lvl3pPr algn="l">
              <a:defRPr sz="1875" b="0">
                <a:solidFill>
                  <a:srgbClr val="756C78"/>
                </a:solidFill>
                <a:latin typeface="Arial"/>
                <a:ea typeface="Arial"/>
                <a:cs typeface="Arial"/>
              </a:defRPr>
            </a:lvl3pPr>
            <a:lvl4pPr algn="l">
              <a:defRPr sz="1875" b="0">
                <a:solidFill>
                  <a:srgbClr val="756C78"/>
                </a:solidFill>
                <a:latin typeface="Arial"/>
                <a:ea typeface="Arial"/>
                <a:cs typeface="Arial"/>
              </a:defRPr>
            </a:lvl4pPr>
            <a:lvl5pPr algn="l">
              <a:defRPr sz="1875" b="0">
                <a:solidFill>
                  <a:srgbClr val="756C78"/>
                </a:solidFill>
                <a:latin typeface="Arial"/>
                <a:ea typeface="Arial"/>
                <a:cs typeface="Arial"/>
              </a:defRPr>
            </a:lvl5pPr>
            <a:lvl6pPr algn="l">
              <a:defRPr sz="1875" b="0">
                <a:solidFill>
                  <a:srgbClr val="756C78"/>
                </a:solidFill>
                <a:latin typeface="Arial"/>
                <a:ea typeface="Arial"/>
                <a:cs typeface="Arial"/>
              </a:defRPr>
            </a:lvl6pPr>
            <a:lvl7pPr algn="l">
              <a:defRPr sz="1875" b="0">
                <a:solidFill>
                  <a:srgbClr val="756C78"/>
                </a:solidFill>
                <a:latin typeface="Arial"/>
                <a:ea typeface="Arial"/>
                <a:cs typeface="Arial"/>
              </a:defRPr>
            </a:lvl7pPr>
            <a:lvl8pPr algn="l">
              <a:defRPr sz="1875" b="0">
                <a:solidFill>
                  <a:srgbClr val="756C78"/>
                </a:solidFill>
                <a:latin typeface="Arial"/>
                <a:ea typeface="Arial"/>
                <a:cs typeface="Arial"/>
              </a:defRPr>
            </a:lvl8pPr>
            <a:lvl9pPr algn="l">
              <a:defRPr sz="1875" b="0">
                <a:solidFill>
                  <a:srgbClr val="756C78"/>
                </a:solidFill>
                <a:latin typeface="Arial"/>
                <a:ea typeface="Arial"/>
                <a:cs typeface="Arial"/>
              </a:defRPr>
            </a:lvl9pPr>
          </a:lstStyle>
          <a:p>
            <a:pPr algn="l">
              <a:defRPr sz="1875" b="0">
                <a:solidFill>
                  <a:srgbClr val="756C78"/>
                </a:solidFill>
                <a:latin typeface="Arial"/>
                <a:ea typeface="Arial"/>
                <a:cs typeface="Arial"/>
              </a:defRPr>
            </a:pPr>
            <a:r>
              <a:rPr sz="1875" b="0">
                <a:solidFill>
                  <a:srgbClr val="756C78"/>
                </a:solidFill>
                <a:latin typeface="Arial"/>
                <a:ea typeface="Arial"/>
                <a:cs typeface="Arial"/>
              </a:rPr>
              <a:t>Explore data, compare alternatives and calculate price indices</a:t>
            </a:r>
          </a:p>
        </p:txBody>
      </p:sp>
      <p:sp>
        <p:nvSpPr>
          <p:cNvPr id="11" name="مستطيل 10">
            <a:extLst>
              <a:ext uri="{FF2B5EF4-FFF2-40B4-BE49-F238E27FC236}">
                <a16:creationId xmlns:a16="http://schemas.microsoft.com/office/drawing/2014/main" id="{652CB76C-8B8C-4394-A4C8-136B53EA844A}"/>
              </a:ext>
            </a:extLst>
          </p:cNvPr>
          <p:cNvSpPr>
            <a:spLocks noGrp="1"/>
          </p:cNvSpPr>
          <p:nvPr/>
        </p:nvSpPr>
        <p:spPr>
          <a:xfrm>
            <a:off x="914400" y="4953000"/>
            <a:ext cx="4286250" cy="457200"/>
          </a:xfrm>
          <a:prstGeom prst="rect">
            <a:avLst/>
          </a:prstGeom>
          <a:noFill/>
          <a:ln w="0">
            <a:noFill/>
          </a:ln>
        </p:spPr>
        <p:txBody>
          <a:bodyPr lIns="0" tIns="0" rIns="0" bIns="0" anchor="ctr"/>
          <a:lstStyle>
            <a:defPPr algn="l">
              <a:defRPr sz="2175" b="1">
                <a:solidFill>
                  <a:srgbClr val="522D60"/>
                </a:solidFill>
                <a:latin typeface="Arial"/>
                <a:ea typeface="Arial"/>
                <a:cs typeface="Arial"/>
              </a:defRPr>
            </a:defPPr>
            <a:lvl1pPr algn="l">
              <a:defRPr sz="2175" b="1">
                <a:solidFill>
                  <a:srgbClr val="522D60"/>
                </a:solidFill>
                <a:latin typeface="Arial"/>
                <a:ea typeface="Arial"/>
                <a:cs typeface="Arial"/>
              </a:defRPr>
            </a:lvl1pPr>
            <a:lvl2pPr algn="l">
              <a:defRPr sz="2175" b="1">
                <a:solidFill>
                  <a:srgbClr val="522D60"/>
                </a:solidFill>
                <a:latin typeface="Arial"/>
                <a:ea typeface="Arial"/>
                <a:cs typeface="Arial"/>
              </a:defRPr>
            </a:lvl2pPr>
            <a:lvl3pPr algn="l">
              <a:defRPr sz="2175" b="1">
                <a:solidFill>
                  <a:srgbClr val="522D60"/>
                </a:solidFill>
                <a:latin typeface="Arial"/>
                <a:ea typeface="Arial"/>
                <a:cs typeface="Arial"/>
              </a:defRPr>
            </a:lvl3pPr>
            <a:lvl4pPr algn="l">
              <a:defRPr sz="2175" b="1">
                <a:solidFill>
                  <a:srgbClr val="522D60"/>
                </a:solidFill>
                <a:latin typeface="Arial"/>
                <a:ea typeface="Arial"/>
                <a:cs typeface="Arial"/>
              </a:defRPr>
            </a:lvl4pPr>
            <a:lvl5pPr algn="l">
              <a:defRPr sz="2175" b="1">
                <a:solidFill>
                  <a:srgbClr val="522D60"/>
                </a:solidFill>
                <a:latin typeface="Arial"/>
                <a:ea typeface="Arial"/>
                <a:cs typeface="Arial"/>
              </a:defRPr>
            </a:lvl5pPr>
            <a:lvl6pPr algn="l">
              <a:defRPr sz="2175" b="1">
                <a:solidFill>
                  <a:srgbClr val="522D60"/>
                </a:solidFill>
                <a:latin typeface="Arial"/>
                <a:ea typeface="Arial"/>
                <a:cs typeface="Arial"/>
              </a:defRPr>
            </a:lvl6pPr>
            <a:lvl7pPr algn="l">
              <a:defRPr sz="2175" b="1">
                <a:solidFill>
                  <a:srgbClr val="522D60"/>
                </a:solidFill>
                <a:latin typeface="Arial"/>
                <a:ea typeface="Arial"/>
                <a:cs typeface="Arial"/>
              </a:defRPr>
            </a:lvl7pPr>
            <a:lvl8pPr algn="l">
              <a:defRPr sz="2175" b="1">
                <a:solidFill>
                  <a:srgbClr val="522D60"/>
                </a:solidFill>
                <a:latin typeface="Arial"/>
                <a:ea typeface="Arial"/>
                <a:cs typeface="Arial"/>
              </a:defRPr>
            </a:lvl8pPr>
            <a:lvl9pPr algn="l">
              <a:defRPr sz="2175" b="1">
                <a:solidFill>
                  <a:srgbClr val="522D60"/>
                </a:solidFill>
                <a:latin typeface="Arial"/>
                <a:ea typeface="Arial"/>
                <a:cs typeface="Arial"/>
              </a:defRPr>
            </a:lvl9pPr>
          </a:lstStyle>
          <a:p>
            <a:pPr algn="l">
              <a:defRPr sz="2175" b="1">
                <a:solidFill>
                  <a:srgbClr val="522D60"/>
                </a:solidFill>
                <a:latin typeface="Arial"/>
                <a:ea typeface="Arial"/>
                <a:cs typeface="Arial"/>
              </a:defRPr>
            </a:pPr>
            <a:r>
              <a:rPr sz="2175" b="1">
                <a:solidFill>
                  <a:srgbClr val="522D60"/>
                </a:solidFill>
                <a:latin typeface="Arial"/>
                <a:ea typeface="Arial"/>
                <a:cs typeface="Arial"/>
              </a:rPr>
              <a:t>05  Presentation</a:t>
            </a:r>
          </a:p>
        </p:txBody>
      </p:sp>
      <p:sp>
        <p:nvSpPr>
          <p:cNvPr id="12" name="مستطيل 11">
            <a:extLst>
              <a:ext uri="{FF2B5EF4-FFF2-40B4-BE49-F238E27FC236}">
                <a16:creationId xmlns:a16="http://schemas.microsoft.com/office/drawing/2014/main" id="{ED0DB91A-38B8-419B-89CB-59F0BF561337}"/>
              </a:ext>
            </a:extLst>
          </p:cNvPr>
          <p:cNvSpPr>
            <a:spLocks noGrp="1"/>
          </p:cNvSpPr>
          <p:nvPr/>
        </p:nvSpPr>
        <p:spPr>
          <a:xfrm>
            <a:off x="5715000" y="4953000"/>
            <a:ext cx="5619750" cy="714375"/>
          </a:xfrm>
          <a:prstGeom prst="rect">
            <a:avLst/>
          </a:prstGeom>
          <a:noFill/>
          <a:ln w="0">
            <a:noFill/>
          </a:ln>
        </p:spPr>
        <p:txBody>
          <a:bodyPr lIns="0" tIns="0" rIns="0" bIns="0" anchor="ctr"/>
          <a:lstStyle>
            <a:defPPr algn="l">
              <a:defRPr sz="1875" b="0">
                <a:solidFill>
                  <a:srgbClr val="756C78"/>
                </a:solidFill>
                <a:latin typeface="Arial"/>
                <a:ea typeface="Arial"/>
                <a:cs typeface="Arial"/>
              </a:defRPr>
            </a:defPPr>
            <a:lvl1pPr algn="l">
              <a:defRPr sz="1875" b="0">
                <a:solidFill>
                  <a:srgbClr val="756C78"/>
                </a:solidFill>
                <a:latin typeface="Arial"/>
                <a:ea typeface="Arial"/>
                <a:cs typeface="Arial"/>
              </a:defRPr>
            </a:lvl1pPr>
            <a:lvl2pPr algn="l">
              <a:defRPr sz="1875" b="0">
                <a:solidFill>
                  <a:srgbClr val="756C78"/>
                </a:solidFill>
                <a:latin typeface="Arial"/>
                <a:ea typeface="Arial"/>
                <a:cs typeface="Arial"/>
              </a:defRPr>
            </a:lvl2pPr>
            <a:lvl3pPr algn="l">
              <a:defRPr sz="1875" b="0">
                <a:solidFill>
                  <a:srgbClr val="756C78"/>
                </a:solidFill>
                <a:latin typeface="Arial"/>
                <a:ea typeface="Arial"/>
                <a:cs typeface="Arial"/>
              </a:defRPr>
            </a:lvl3pPr>
            <a:lvl4pPr algn="l">
              <a:defRPr sz="1875" b="0">
                <a:solidFill>
                  <a:srgbClr val="756C78"/>
                </a:solidFill>
                <a:latin typeface="Arial"/>
                <a:ea typeface="Arial"/>
                <a:cs typeface="Arial"/>
              </a:defRPr>
            </a:lvl4pPr>
            <a:lvl5pPr algn="l">
              <a:defRPr sz="1875" b="0">
                <a:solidFill>
                  <a:srgbClr val="756C78"/>
                </a:solidFill>
                <a:latin typeface="Arial"/>
                <a:ea typeface="Arial"/>
                <a:cs typeface="Arial"/>
              </a:defRPr>
            </a:lvl5pPr>
            <a:lvl6pPr algn="l">
              <a:defRPr sz="1875" b="0">
                <a:solidFill>
                  <a:srgbClr val="756C78"/>
                </a:solidFill>
                <a:latin typeface="Arial"/>
                <a:ea typeface="Arial"/>
                <a:cs typeface="Arial"/>
              </a:defRPr>
            </a:lvl6pPr>
            <a:lvl7pPr algn="l">
              <a:defRPr sz="1875" b="0">
                <a:solidFill>
                  <a:srgbClr val="756C78"/>
                </a:solidFill>
                <a:latin typeface="Arial"/>
                <a:ea typeface="Arial"/>
                <a:cs typeface="Arial"/>
              </a:defRPr>
            </a:lvl7pPr>
            <a:lvl8pPr algn="l">
              <a:defRPr sz="1875" b="0">
                <a:solidFill>
                  <a:srgbClr val="756C78"/>
                </a:solidFill>
                <a:latin typeface="Arial"/>
                <a:ea typeface="Arial"/>
                <a:cs typeface="Arial"/>
              </a:defRPr>
            </a:lvl8pPr>
            <a:lvl9pPr algn="l">
              <a:defRPr sz="1875" b="0">
                <a:solidFill>
                  <a:srgbClr val="756C78"/>
                </a:solidFill>
                <a:latin typeface="Arial"/>
                <a:ea typeface="Arial"/>
                <a:cs typeface="Arial"/>
              </a:defRPr>
            </a:lvl9pPr>
          </a:lstStyle>
          <a:p>
            <a:pPr algn="l">
              <a:defRPr sz="1875" b="0">
                <a:solidFill>
                  <a:srgbClr val="756C78"/>
                </a:solidFill>
                <a:latin typeface="Arial"/>
                <a:ea typeface="Arial"/>
                <a:cs typeface="Arial"/>
              </a:defRPr>
            </a:pPr>
            <a:r>
              <a:rPr sz="1875" b="0">
                <a:solidFill>
                  <a:srgbClr val="756C78"/>
                </a:solidFill>
                <a:latin typeface="Arial"/>
                <a:ea typeface="Arial"/>
                <a:cs typeface="Arial"/>
              </a:rPr>
              <a:t>Deliver Streamlit, Flask and project reports</a:t>
            </a:r>
          </a:p>
        </p:txBody>
      </p:sp>
    </p:spTree>
    <p:extLst>
      <p:ext uri="{BB962C8B-B14F-4D97-AF65-F5344CB8AC3E}">
        <p14:creationId xmlns:p14="http://schemas.microsoft.com/office/powerpoint/2010/main" val="599087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10" name="مستطيل 9">
            <a:extLst>
              <a:ext uri="{FF2B5EF4-FFF2-40B4-BE49-F238E27FC236}">
                <a16:creationId xmlns:a16="http://schemas.microsoft.com/office/drawing/2014/main" id="{A73B212F-E425-4264-AB7B-0A29F5D3C95B}"/>
              </a:ext>
            </a:extLst>
          </p:cNvPr>
          <p:cNvSpPr>
            <a:spLocks noGrp="1"/>
          </p:cNvSpPr>
          <p:nvPr/>
        </p:nvSpPr>
        <p:spPr>
          <a:xfrm>
            <a:off x="685800" y="457200"/>
            <a:ext cx="10820400" cy="742950"/>
          </a:xfrm>
          <a:prstGeom prst="rect">
            <a:avLst/>
          </a:prstGeom>
          <a:noFill/>
          <a:ln w="0">
            <a:noFill/>
          </a:ln>
        </p:spPr>
        <p:txBody>
          <a:bodyPr lIns="0" tIns="0" rIns="0" bIns="0" anchor="ctr"/>
          <a:lstStyle>
            <a:defPPr algn="l">
              <a:defRPr sz="3300" b="1">
                <a:solidFill>
                  <a:srgbClr val="26182E"/>
                </a:solidFill>
                <a:latin typeface="Arial"/>
                <a:ea typeface="Arial"/>
                <a:cs typeface="Arial"/>
              </a:defRPr>
            </a:defPPr>
            <a:lvl1pPr algn="l">
              <a:defRPr sz="3300" b="1">
                <a:solidFill>
                  <a:srgbClr val="26182E"/>
                </a:solidFill>
                <a:latin typeface="Arial"/>
                <a:ea typeface="Arial"/>
                <a:cs typeface="Arial"/>
              </a:defRPr>
            </a:lvl1pPr>
            <a:lvl2pPr algn="l">
              <a:defRPr sz="3300" b="1">
                <a:solidFill>
                  <a:srgbClr val="26182E"/>
                </a:solidFill>
                <a:latin typeface="Arial"/>
                <a:ea typeface="Arial"/>
                <a:cs typeface="Arial"/>
              </a:defRPr>
            </a:lvl2pPr>
            <a:lvl3pPr algn="l">
              <a:defRPr sz="3300" b="1">
                <a:solidFill>
                  <a:srgbClr val="26182E"/>
                </a:solidFill>
                <a:latin typeface="Arial"/>
                <a:ea typeface="Arial"/>
                <a:cs typeface="Arial"/>
              </a:defRPr>
            </a:lvl3pPr>
            <a:lvl4pPr algn="l">
              <a:defRPr sz="3300" b="1">
                <a:solidFill>
                  <a:srgbClr val="26182E"/>
                </a:solidFill>
                <a:latin typeface="Arial"/>
                <a:ea typeface="Arial"/>
                <a:cs typeface="Arial"/>
              </a:defRPr>
            </a:lvl4pPr>
            <a:lvl5pPr algn="l">
              <a:defRPr sz="3300" b="1">
                <a:solidFill>
                  <a:srgbClr val="26182E"/>
                </a:solidFill>
                <a:latin typeface="Arial"/>
                <a:ea typeface="Arial"/>
                <a:cs typeface="Arial"/>
              </a:defRPr>
            </a:lvl5pPr>
            <a:lvl6pPr algn="l">
              <a:defRPr sz="3300" b="1">
                <a:solidFill>
                  <a:srgbClr val="26182E"/>
                </a:solidFill>
                <a:latin typeface="Arial"/>
                <a:ea typeface="Arial"/>
                <a:cs typeface="Arial"/>
              </a:defRPr>
            </a:lvl6pPr>
            <a:lvl7pPr algn="l">
              <a:defRPr sz="3300" b="1">
                <a:solidFill>
                  <a:srgbClr val="26182E"/>
                </a:solidFill>
                <a:latin typeface="Arial"/>
                <a:ea typeface="Arial"/>
                <a:cs typeface="Arial"/>
              </a:defRPr>
            </a:lvl7pPr>
            <a:lvl8pPr algn="l">
              <a:defRPr sz="3300" b="1">
                <a:solidFill>
                  <a:srgbClr val="26182E"/>
                </a:solidFill>
                <a:latin typeface="Arial"/>
                <a:ea typeface="Arial"/>
                <a:cs typeface="Arial"/>
              </a:defRPr>
            </a:lvl8pPr>
            <a:lvl9pPr algn="l">
              <a:defRPr sz="3300" b="1">
                <a:solidFill>
                  <a:srgbClr val="26182E"/>
                </a:solidFill>
                <a:latin typeface="Arial"/>
                <a:ea typeface="Arial"/>
                <a:cs typeface="Arial"/>
              </a:defRPr>
            </a:lvl9pPr>
          </a:lstStyle>
          <a:p>
            <a:pPr algn="l">
              <a:defRPr sz="3300" b="1">
                <a:solidFill>
                  <a:srgbClr val="26182E"/>
                </a:solidFill>
                <a:latin typeface="Arial"/>
                <a:ea typeface="Arial"/>
                <a:cs typeface="Arial"/>
              </a:defRPr>
            </a:pPr>
            <a:r>
              <a:rPr sz="3300" b="1">
                <a:solidFill>
                  <a:srgbClr val="26182E"/>
                </a:solidFill>
                <a:latin typeface="Arial"/>
                <a:ea typeface="Arial"/>
                <a:cs typeface="Arial"/>
              </a:rPr>
              <a:t>Dataset Scope</a:t>
            </a:r>
          </a:p>
        </p:txBody>
      </p:sp>
      <p:sp>
        <p:nvSpPr>
          <p:cNvPr id="2" name="مستطيل 1">
            <a:extLst>
              <a:ext uri="{FF2B5EF4-FFF2-40B4-BE49-F238E27FC236}">
                <a16:creationId xmlns:a16="http://schemas.microsoft.com/office/drawing/2014/main" id="{1AB4BF6A-F5D0-4B43-BA06-01D7839367D5}"/>
              </a:ext>
            </a:extLst>
          </p:cNvPr>
          <p:cNvSpPr>
            <a:spLocks noGrp="1"/>
          </p:cNvSpPr>
          <p:nvPr/>
        </p:nvSpPr>
        <p:spPr>
          <a:xfrm>
            <a:off x="685800" y="6324600"/>
            <a:ext cx="476250" cy="209550"/>
          </a:xfrm>
          <a:prstGeom prst="rect">
            <a:avLst/>
          </a:prstGeom>
          <a:noFill/>
          <a:ln w="0">
            <a:noFill/>
          </a:ln>
        </p:spPr>
        <p:txBody>
          <a:bodyPr lIns="0" tIns="0" rIns="0" bIns="0" anchor="ctr"/>
          <a:lstStyle>
            <a:defPPr algn="l">
              <a:defRPr sz="1200" b="0">
                <a:solidFill>
                  <a:srgbClr val="756C78"/>
                </a:solidFill>
                <a:latin typeface="Arial"/>
                <a:ea typeface="Arial"/>
                <a:cs typeface="Arial"/>
              </a:defRPr>
            </a:defPPr>
            <a:lvl1pPr algn="l">
              <a:defRPr sz="1200" b="0">
                <a:solidFill>
                  <a:srgbClr val="756C78"/>
                </a:solidFill>
                <a:latin typeface="Arial"/>
                <a:ea typeface="Arial"/>
                <a:cs typeface="Arial"/>
              </a:defRPr>
            </a:lvl1pPr>
            <a:lvl2pPr algn="l">
              <a:defRPr sz="1200" b="0">
                <a:solidFill>
                  <a:srgbClr val="756C78"/>
                </a:solidFill>
                <a:latin typeface="Arial"/>
                <a:ea typeface="Arial"/>
                <a:cs typeface="Arial"/>
              </a:defRPr>
            </a:lvl2pPr>
            <a:lvl3pPr algn="l">
              <a:defRPr sz="1200" b="0">
                <a:solidFill>
                  <a:srgbClr val="756C78"/>
                </a:solidFill>
                <a:latin typeface="Arial"/>
                <a:ea typeface="Arial"/>
                <a:cs typeface="Arial"/>
              </a:defRPr>
            </a:lvl3pPr>
            <a:lvl4pPr algn="l">
              <a:defRPr sz="1200" b="0">
                <a:solidFill>
                  <a:srgbClr val="756C78"/>
                </a:solidFill>
                <a:latin typeface="Arial"/>
                <a:ea typeface="Arial"/>
                <a:cs typeface="Arial"/>
              </a:defRPr>
            </a:lvl4pPr>
            <a:lvl5pPr algn="l">
              <a:defRPr sz="1200" b="0">
                <a:solidFill>
                  <a:srgbClr val="756C78"/>
                </a:solidFill>
                <a:latin typeface="Arial"/>
                <a:ea typeface="Arial"/>
                <a:cs typeface="Arial"/>
              </a:defRPr>
            </a:lvl5pPr>
            <a:lvl6pPr algn="l">
              <a:defRPr sz="1200" b="0">
                <a:solidFill>
                  <a:srgbClr val="756C78"/>
                </a:solidFill>
                <a:latin typeface="Arial"/>
                <a:ea typeface="Arial"/>
                <a:cs typeface="Arial"/>
              </a:defRPr>
            </a:lvl6pPr>
            <a:lvl7pPr algn="l">
              <a:defRPr sz="1200" b="0">
                <a:solidFill>
                  <a:srgbClr val="756C78"/>
                </a:solidFill>
                <a:latin typeface="Arial"/>
                <a:ea typeface="Arial"/>
                <a:cs typeface="Arial"/>
              </a:defRPr>
            </a:lvl7pPr>
            <a:lvl8pPr algn="l">
              <a:defRPr sz="1200" b="0">
                <a:solidFill>
                  <a:srgbClr val="756C78"/>
                </a:solidFill>
                <a:latin typeface="Arial"/>
                <a:ea typeface="Arial"/>
                <a:cs typeface="Arial"/>
              </a:defRPr>
            </a:lvl8pPr>
            <a:lvl9pPr algn="l">
              <a:defRPr sz="1200" b="0">
                <a:solidFill>
                  <a:srgbClr val="756C78"/>
                </a:solidFill>
                <a:latin typeface="Arial"/>
                <a:ea typeface="Arial"/>
                <a:cs typeface="Arial"/>
              </a:defRPr>
            </a:lvl9pPr>
          </a:lstStyle>
          <a:p>
            <a:pPr algn="l">
              <a:defRPr sz="1200" b="0">
                <a:solidFill>
                  <a:srgbClr val="756C78"/>
                </a:solidFill>
                <a:latin typeface="Arial"/>
                <a:ea typeface="Arial"/>
                <a:cs typeface="Arial"/>
              </a:defRPr>
            </a:pPr>
            <a:r>
              <a:rPr sz="1200" b="0">
                <a:solidFill>
                  <a:srgbClr val="756C78"/>
                </a:solidFill>
                <a:latin typeface="Arial"/>
                <a:ea typeface="Arial"/>
                <a:cs typeface="Arial"/>
              </a:rPr>
              <a:t>04</a:t>
            </a:r>
          </a:p>
        </p:txBody>
      </p:sp>
      <p:sp>
        <p:nvSpPr>
          <p:cNvPr id="3" name="مستطيل 2">
            <a:extLst>
              <a:ext uri="{FF2B5EF4-FFF2-40B4-BE49-F238E27FC236}">
                <a16:creationId xmlns:a16="http://schemas.microsoft.com/office/drawing/2014/main" id="{BCF235E8-3EAA-4A17-BEE2-DA1DD2935A96}"/>
              </a:ext>
            </a:extLst>
          </p:cNvPr>
          <p:cNvSpPr>
            <a:spLocks noGrp="1"/>
          </p:cNvSpPr>
          <p:nvPr/>
        </p:nvSpPr>
        <p:spPr>
          <a:xfrm>
            <a:off x="7905750" y="1666875"/>
            <a:ext cx="3143250" cy="1047750"/>
          </a:xfrm>
          <a:prstGeom prst="rect">
            <a:avLst/>
          </a:prstGeom>
          <a:noFill/>
          <a:ln w="0">
            <a:noFill/>
          </a:ln>
        </p:spPr>
        <p:txBody>
          <a:bodyPr lIns="0" tIns="0" rIns="0" bIns="0" anchor="ctr"/>
          <a:lstStyle>
            <a:defPPr algn="ctr">
              <a:defRPr sz="6150" b="1">
                <a:solidFill>
                  <a:srgbClr val="522D60"/>
                </a:solidFill>
                <a:latin typeface="Arial"/>
                <a:ea typeface="Arial"/>
                <a:cs typeface="Arial"/>
              </a:defRPr>
            </a:defPPr>
            <a:lvl1pPr algn="ctr">
              <a:defRPr sz="6150" b="1">
                <a:solidFill>
                  <a:srgbClr val="522D60"/>
                </a:solidFill>
                <a:latin typeface="Arial"/>
                <a:ea typeface="Arial"/>
                <a:cs typeface="Arial"/>
              </a:defRPr>
            </a:lvl1pPr>
            <a:lvl2pPr algn="ctr">
              <a:defRPr sz="6150" b="1">
                <a:solidFill>
                  <a:srgbClr val="522D60"/>
                </a:solidFill>
                <a:latin typeface="Arial"/>
                <a:ea typeface="Arial"/>
                <a:cs typeface="Arial"/>
              </a:defRPr>
            </a:lvl2pPr>
            <a:lvl3pPr algn="ctr">
              <a:defRPr sz="6150" b="1">
                <a:solidFill>
                  <a:srgbClr val="522D60"/>
                </a:solidFill>
                <a:latin typeface="Arial"/>
                <a:ea typeface="Arial"/>
                <a:cs typeface="Arial"/>
              </a:defRPr>
            </a:lvl3pPr>
            <a:lvl4pPr algn="ctr">
              <a:defRPr sz="6150" b="1">
                <a:solidFill>
                  <a:srgbClr val="522D60"/>
                </a:solidFill>
                <a:latin typeface="Arial"/>
                <a:ea typeface="Arial"/>
                <a:cs typeface="Arial"/>
              </a:defRPr>
            </a:lvl4pPr>
            <a:lvl5pPr algn="ctr">
              <a:defRPr sz="6150" b="1">
                <a:solidFill>
                  <a:srgbClr val="522D60"/>
                </a:solidFill>
                <a:latin typeface="Arial"/>
                <a:ea typeface="Arial"/>
                <a:cs typeface="Arial"/>
              </a:defRPr>
            </a:lvl5pPr>
            <a:lvl6pPr algn="ctr">
              <a:defRPr sz="6150" b="1">
                <a:solidFill>
                  <a:srgbClr val="522D60"/>
                </a:solidFill>
                <a:latin typeface="Arial"/>
                <a:ea typeface="Arial"/>
                <a:cs typeface="Arial"/>
              </a:defRPr>
            </a:lvl6pPr>
            <a:lvl7pPr algn="ctr">
              <a:defRPr sz="6150" b="1">
                <a:solidFill>
                  <a:srgbClr val="522D60"/>
                </a:solidFill>
                <a:latin typeface="Arial"/>
                <a:ea typeface="Arial"/>
                <a:cs typeface="Arial"/>
              </a:defRPr>
            </a:lvl7pPr>
            <a:lvl8pPr algn="ctr">
              <a:defRPr sz="6150" b="1">
                <a:solidFill>
                  <a:srgbClr val="522D60"/>
                </a:solidFill>
                <a:latin typeface="Arial"/>
                <a:ea typeface="Arial"/>
                <a:cs typeface="Arial"/>
              </a:defRPr>
            </a:lvl8pPr>
            <a:lvl9pPr algn="ctr">
              <a:defRPr sz="6150" b="1">
                <a:solidFill>
                  <a:srgbClr val="522D60"/>
                </a:solidFill>
                <a:latin typeface="Arial"/>
                <a:ea typeface="Arial"/>
                <a:cs typeface="Arial"/>
              </a:defRPr>
            </a:lvl9pPr>
          </a:lstStyle>
          <a:p>
            <a:pPr algn="ctr">
              <a:defRPr sz="6150" b="1">
                <a:solidFill>
                  <a:srgbClr val="522D60"/>
                </a:solidFill>
                <a:latin typeface="Arial"/>
                <a:ea typeface="Arial"/>
                <a:cs typeface="Arial"/>
              </a:defRPr>
            </a:pPr>
            <a:r>
              <a:rPr sz="6150" b="1">
                <a:solidFill>
                  <a:srgbClr val="522D60"/>
                </a:solidFill>
                <a:latin typeface="Arial"/>
                <a:ea typeface="Arial"/>
                <a:cs typeface="Arial"/>
              </a:rPr>
              <a:t>21,714</a:t>
            </a:r>
          </a:p>
        </p:txBody>
      </p:sp>
      <p:sp>
        <p:nvSpPr>
          <p:cNvPr id="4" name="مستطيل 3">
            <a:extLst>
              <a:ext uri="{FF2B5EF4-FFF2-40B4-BE49-F238E27FC236}">
                <a16:creationId xmlns:a16="http://schemas.microsoft.com/office/drawing/2014/main" id="{D0291F53-3BB9-48E5-AA0A-11AF6FBC6A6C}"/>
              </a:ext>
            </a:extLst>
          </p:cNvPr>
          <p:cNvSpPr>
            <a:spLocks noGrp="1"/>
          </p:cNvSpPr>
          <p:nvPr/>
        </p:nvSpPr>
        <p:spPr>
          <a:xfrm>
            <a:off x="7905750" y="2771775"/>
            <a:ext cx="3143250" cy="628650"/>
          </a:xfrm>
          <a:prstGeom prst="rect">
            <a:avLst/>
          </a:prstGeom>
          <a:noFill/>
          <a:ln w="0">
            <a:noFill/>
          </a:ln>
        </p:spPr>
        <p:txBody>
          <a:bodyPr lIns="0" tIns="0" rIns="0" bIns="0" anchor="ctr"/>
          <a:lstStyle>
            <a:defPPr algn="ctr">
              <a:defRPr sz="2025" b="0">
                <a:solidFill>
                  <a:srgbClr val="26182E"/>
                </a:solidFill>
                <a:latin typeface="Arial"/>
                <a:ea typeface="Arial"/>
                <a:cs typeface="Arial"/>
              </a:defRPr>
            </a:defPPr>
            <a:lvl1pPr algn="ctr">
              <a:defRPr sz="2025" b="0">
                <a:solidFill>
                  <a:srgbClr val="26182E"/>
                </a:solidFill>
                <a:latin typeface="Arial"/>
                <a:ea typeface="Arial"/>
                <a:cs typeface="Arial"/>
              </a:defRPr>
            </a:lvl1pPr>
            <a:lvl2pPr algn="ctr">
              <a:defRPr sz="2025" b="0">
                <a:solidFill>
                  <a:srgbClr val="26182E"/>
                </a:solidFill>
                <a:latin typeface="Arial"/>
                <a:ea typeface="Arial"/>
                <a:cs typeface="Arial"/>
              </a:defRPr>
            </a:lvl2pPr>
            <a:lvl3pPr algn="ctr">
              <a:defRPr sz="2025" b="0">
                <a:solidFill>
                  <a:srgbClr val="26182E"/>
                </a:solidFill>
                <a:latin typeface="Arial"/>
                <a:ea typeface="Arial"/>
                <a:cs typeface="Arial"/>
              </a:defRPr>
            </a:lvl3pPr>
            <a:lvl4pPr algn="ctr">
              <a:defRPr sz="2025" b="0">
                <a:solidFill>
                  <a:srgbClr val="26182E"/>
                </a:solidFill>
                <a:latin typeface="Arial"/>
                <a:ea typeface="Arial"/>
                <a:cs typeface="Arial"/>
              </a:defRPr>
            </a:lvl4pPr>
            <a:lvl5pPr algn="ctr">
              <a:defRPr sz="2025" b="0">
                <a:solidFill>
                  <a:srgbClr val="26182E"/>
                </a:solidFill>
                <a:latin typeface="Arial"/>
                <a:ea typeface="Arial"/>
                <a:cs typeface="Arial"/>
              </a:defRPr>
            </a:lvl5pPr>
            <a:lvl6pPr algn="ctr">
              <a:defRPr sz="2025" b="0">
                <a:solidFill>
                  <a:srgbClr val="26182E"/>
                </a:solidFill>
                <a:latin typeface="Arial"/>
                <a:ea typeface="Arial"/>
                <a:cs typeface="Arial"/>
              </a:defRPr>
            </a:lvl6pPr>
            <a:lvl7pPr algn="ctr">
              <a:defRPr sz="2025" b="0">
                <a:solidFill>
                  <a:srgbClr val="26182E"/>
                </a:solidFill>
                <a:latin typeface="Arial"/>
                <a:ea typeface="Arial"/>
                <a:cs typeface="Arial"/>
              </a:defRPr>
            </a:lvl7pPr>
            <a:lvl8pPr algn="ctr">
              <a:defRPr sz="2025" b="0">
                <a:solidFill>
                  <a:srgbClr val="26182E"/>
                </a:solidFill>
                <a:latin typeface="Arial"/>
                <a:ea typeface="Arial"/>
                <a:cs typeface="Arial"/>
              </a:defRPr>
            </a:lvl8pPr>
            <a:lvl9pPr algn="ctr">
              <a:defRPr sz="2025" b="0">
                <a:solidFill>
                  <a:srgbClr val="26182E"/>
                </a:solidFill>
                <a:latin typeface="Arial"/>
                <a:ea typeface="Arial"/>
                <a:cs typeface="Arial"/>
              </a:defRPr>
            </a:lvl9pPr>
          </a:lstStyle>
          <a:p>
            <a:pPr algn="ctr">
              <a:defRPr sz="2025" b="0">
                <a:solidFill>
                  <a:srgbClr val="26182E"/>
                </a:solidFill>
                <a:latin typeface="Arial"/>
                <a:ea typeface="Arial"/>
                <a:cs typeface="Arial"/>
              </a:defRPr>
            </a:pPr>
            <a:r>
              <a:rPr sz="2025" b="0">
                <a:solidFill>
                  <a:srgbClr val="26182E"/>
                </a:solidFill>
                <a:latin typeface="Arial"/>
                <a:ea typeface="Arial"/>
                <a:cs typeface="Arial"/>
              </a:rPr>
              <a:t>Medicine brand records</a:t>
            </a:r>
          </a:p>
        </p:txBody>
      </p:sp>
      <p:sp>
        <p:nvSpPr>
          <p:cNvPr id="5" name="مستطيل 4">
            <a:extLst>
              <a:ext uri="{FF2B5EF4-FFF2-40B4-BE49-F238E27FC236}">
                <a16:creationId xmlns:a16="http://schemas.microsoft.com/office/drawing/2014/main" id="{2965AAA2-DD60-4A92-A945-93600117882D}"/>
              </a:ext>
            </a:extLst>
          </p:cNvPr>
          <p:cNvSpPr>
            <a:spLocks noGrp="1"/>
          </p:cNvSpPr>
          <p:nvPr/>
        </p:nvSpPr>
        <p:spPr>
          <a:xfrm>
            <a:off x="4524375" y="1666875"/>
            <a:ext cx="3143250" cy="1047750"/>
          </a:xfrm>
          <a:prstGeom prst="rect">
            <a:avLst/>
          </a:prstGeom>
          <a:noFill/>
          <a:ln w="0">
            <a:noFill/>
          </a:ln>
        </p:spPr>
        <p:txBody>
          <a:bodyPr lIns="0" tIns="0" rIns="0" bIns="0" anchor="ctr"/>
          <a:lstStyle>
            <a:defPPr algn="ctr">
              <a:defRPr sz="6150" b="1">
                <a:solidFill>
                  <a:srgbClr val="522D60"/>
                </a:solidFill>
                <a:latin typeface="Arial"/>
                <a:ea typeface="Arial"/>
                <a:cs typeface="Arial"/>
              </a:defRPr>
            </a:defPPr>
            <a:lvl1pPr algn="ctr">
              <a:defRPr sz="6150" b="1">
                <a:solidFill>
                  <a:srgbClr val="522D60"/>
                </a:solidFill>
                <a:latin typeface="Arial"/>
                <a:ea typeface="Arial"/>
                <a:cs typeface="Arial"/>
              </a:defRPr>
            </a:lvl1pPr>
            <a:lvl2pPr algn="ctr">
              <a:defRPr sz="6150" b="1">
                <a:solidFill>
                  <a:srgbClr val="522D60"/>
                </a:solidFill>
                <a:latin typeface="Arial"/>
                <a:ea typeface="Arial"/>
                <a:cs typeface="Arial"/>
              </a:defRPr>
            </a:lvl2pPr>
            <a:lvl3pPr algn="ctr">
              <a:defRPr sz="6150" b="1">
                <a:solidFill>
                  <a:srgbClr val="522D60"/>
                </a:solidFill>
                <a:latin typeface="Arial"/>
                <a:ea typeface="Arial"/>
                <a:cs typeface="Arial"/>
              </a:defRPr>
            </a:lvl3pPr>
            <a:lvl4pPr algn="ctr">
              <a:defRPr sz="6150" b="1">
                <a:solidFill>
                  <a:srgbClr val="522D60"/>
                </a:solidFill>
                <a:latin typeface="Arial"/>
                <a:ea typeface="Arial"/>
                <a:cs typeface="Arial"/>
              </a:defRPr>
            </a:lvl4pPr>
            <a:lvl5pPr algn="ctr">
              <a:defRPr sz="6150" b="1">
                <a:solidFill>
                  <a:srgbClr val="522D60"/>
                </a:solidFill>
                <a:latin typeface="Arial"/>
                <a:ea typeface="Arial"/>
                <a:cs typeface="Arial"/>
              </a:defRPr>
            </a:lvl5pPr>
            <a:lvl6pPr algn="ctr">
              <a:defRPr sz="6150" b="1">
                <a:solidFill>
                  <a:srgbClr val="522D60"/>
                </a:solidFill>
                <a:latin typeface="Arial"/>
                <a:ea typeface="Arial"/>
                <a:cs typeface="Arial"/>
              </a:defRPr>
            </a:lvl6pPr>
            <a:lvl7pPr algn="ctr">
              <a:defRPr sz="6150" b="1">
                <a:solidFill>
                  <a:srgbClr val="522D60"/>
                </a:solidFill>
                <a:latin typeface="Arial"/>
                <a:ea typeface="Arial"/>
                <a:cs typeface="Arial"/>
              </a:defRPr>
            </a:lvl7pPr>
            <a:lvl8pPr algn="ctr">
              <a:defRPr sz="6150" b="1">
                <a:solidFill>
                  <a:srgbClr val="522D60"/>
                </a:solidFill>
                <a:latin typeface="Arial"/>
                <a:ea typeface="Arial"/>
                <a:cs typeface="Arial"/>
              </a:defRPr>
            </a:lvl8pPr>
            <a:lvl9pPr algn="ctr">
              <a:defRPr sz="6150" b="1">
                <a:solidFill>
                  <a:srgbClr val="522D60"/>
                </a:solidFill>
                <a:latin typeface="Arial"/>
                <a:ea typeface="Arial"/>
                <a:cs typeface="Arial"/>
              </a:defRPr>
            </a:lvl9pPr>
          </a:lstStyle>
          <a:p>
            <a:pPr algn="ctr">
              <a:defRPr sz="6150" b="1">
                <a:solidFill>
                  <a:srgbClr val="522D60"/>
                </a:solidFill>
                <a:latin typeface="Arial"/>
                <a:ea typeface="Arial"/>
                <a:cs typeface="Arial"/>
              </a:defRPr>
            </a:pPr>
            <a:r>
              <a:rPr sz="6150" b="1">
                <a:solidFill>
                  <a:srgbClr val="522D60"/>
                </a:solidFill>
                <a:latin typeface="Arial"/>
                <a:ea typeface="Arial"/>
                <a:cs typeface="Arial"/>
              </a:rPr>
              <a:t>1,711</a:t>
            </a:r>
          </a:p>
        </p:txBody>
      </p:sp>
      <p:sp>
        <p:nvSpPr>
          <p:cNvPr id="6" name="مستطيل 5">
            <a:extLst>
              <a:ext uri="{FF2B5EF4-FFF2-40B4-BE49-F238E27FC236}">
                <a16:creationId xmlns:a16="http://schemas.microsoft.com/office/drawing/2014/main" id="{D4524751-AA38-452B-8D01-5AB87EB783FE}"/>
              </a:ext>
            </a:extLst>
          </p:cNvPr>
          <p:cNvSpPr>
            <a:spLocks noGrp="1"/>
          </p:cNvSpPr>
          <p:nvPr/>
        </p:nvSpPr>
        <p:spPr>
          <a:xfrm>
            <a:off x="4524375" y="2771775"/>
            <a:ext cx="3143250" cy="628650"/>
          </a:xfrm>
          <a:prstGeom prst="rect">
            <a:avLst/>
          </a:prstGeom>
          <a:noFill/>
          <a:ln w="0">
            <a:noFill/>
          </a:ln>
        </p:spPr>
        <p:txBody>
          <a:bodyPr lIns="0" tIns="0" rIns="0" bIns="0" anchor="ctr"/>
          <a:lstStyle>
            <a:defPPr algn="ctr">
              <a:defRPr sz="2025" b="0">
                <a:solidFill>
                  <a:srgbClr val="26182E"/>
                </a:solidFill>
                <a:latin typeface="Arial"/>
                <a:ea typeface="Arial"/>
                <a:cs typeface="Arial"/>
              </a:defRPr>
            </a:defPPr>
            <a:lvl1pPr algn="ctr">
              <a:defRPr sz="2025" b="0">
                <a:solidFill>
                  <a:srgbClr val="26182E"/>
                </a:solidFill>
                <a:latin typeface="Arial"/>
                <a:ea typeface="Arial"/>
                <a:cs typeface="Arial"/>
              </a:defRPr>
            </a:lvl1pPr>
            <a:lvl2pPr algn="ctr">
              <a:defRPr sz="2025" b="0">
                <a:solidFill>
                  <a:srgbClr val="26182E"/>
                </a:solidFill>
                <a:latin typeface="Arial"/>
                <a:ea typeface="Arial"/>
                <a:cs typeface="Arial"/>
              </a:defRPr>
            </a:lvl2pPr>
            <a:lvl3pPr algn="ctr">
              <a:defRPr sz="2025" b="0">
                <a:solidFill>
                  <a:srgbClr val="26182E"/>
                </a:solidFill>
                <a:latin typeface="Arial"/>
                <a:ea typeface="Arial"/>
                <a:cs typeface="Arial"/>
              </a:defRPr>
            </a:lvl3pPr>
            <a:lvl4pPr algn="ctr">
              <a:defRPr sz="2025" b="0">
                <a:solidFill>
                  <a:srgbClr val="26182E"/>
                </a:solidFill>
                <a:latin typeface="Arial"/>
                <a:ea typeface="Arial"/>
                <a:cs typeface="Arial"/>
              </a:defRPr>
            </a:lvl4pPr>
            <a:lvl5pPr algn="ctr">
              <a:defRPr sz="2025" b="0">
                <a:solidFill>
                  <a:srgbClr val="26182E"/>
                </a:solidFill>
                <a:latin typeface="Arial"/>
                <a:ea typeface="Arial"/>
                <a:cs typeface="Arial"/>
              </a:defRPr>
            </a:lvl5pPr>
            <a:lvl6pPr algn="ctr">
              <a:defRPr sz="2025" b="0">
                <a:solidFill>
                  <a:srgbClr val="26182E"/>
                </a:solidFill>
                <a:latin typeface="Arial"/>
                <a:ea typeface="Arial"/>
                <a:cs typeface="Arial"/>
              </a:defRPr>
            </a:lvl6pPr>
            <a:lvl7pPr algn="ctr">
              <a:defRPr sz="2025" b="0">
                <a:solidFill>
                  <a:srgbClr val="26182E"/>
                </a:solidFill>
                <a:latin typeface="Arial"/>
                <a:ea typeface="Arial"/>
                <a:cs typeface="Arial"/>
              </a:defRPr>
            </a:lvl7pPr>
            <a:lvl8pPr algn="ctr">
              <a:defRPr sz="2025" b="0">
                <a:solidFill>
                  <a:srgbClr val="26182E"/>
                </a:solidFill>
                <a:latin typeface="Arial"/>
                <a:ea typeface="Arial"/>
                <a:cs typeface="Arial"/>
              </a:defRPr>
            </a:lvl8pPr>
            <a:lvl9pPr algn="ctr">
              <a:defRPr sz="2025" b="0">
                <a:solidFill>
                  <a:srgbClr val="26182E"/>
                </a:solidFill>
                <a:latin typeface="Arial"/>
                <a:ea typeface="Arial"/>
                <a:cs typeface="Arial"/>
              </a:defRPr>
            </a:lvl9pPr>
          </a:lstStyle>
          <a:p>
            <a:pPr algn="ctr">
              <a:defRPr sz="2025" b="0">
                <a:solidFill>
                  <a:srgbClr val="26182E"/>
                </a:solidFill>
                <a:latin typeface="Arial"/>
                <a:ea typeface="Arial"/>
                <a:cs typeface="Arial"/>
              </a:defRPr>
            </a:pPr>
            <a:r>
              <a:rPr sz="2025" b="0">
                <a:solidFill>
                  <a:srgbClr val="26182E"/>
                </a:solidFill>
                <a:latin typeface="Arial"/>
                <a:ea typeface="Arial"/>
                <a:cs typeface="Arial"/>
              </a:rPr>
              <a:t>Generics</a:t>
            </a:r>
          </a:p>
        </p:txBody>
      </p:sp>
      <p:sp>
        <p:nvSpPr>
          <p:cNvPr id="7" name="مستطيل 6">
            <a:extLst>
              <a:ext uri="{FF2B5EF4-FFF2-40B4-BE49-F238E27FC236}">
                <a16:creationId xmlns:a16="http://schemas.microsoft.com/office/drawing/2014/main" id="{7B20FACC-2ADC-44D2-82FF-D820F1B8CECB}"/>
              </a:ext>
            </a:extLst>
          </p:cNvPr>
          <p:cNvSpPr>
            <a:spLocks noGrp="1"/>
          </p:cNvSpPr>
          <p:nvPr/>
        </p:nvSpPr>
        <p:spPr>
          <a:xfrm>
            <a:off x="1143000" y="1666875"/>
            <a:ext cx="3143250" cy="1047750"/>
          </a:xfrm>
          <a:prstGeom prst="rect">
            <a:avLst/>
          </a:prstGeom>
          <a:noFill/>
          <a:ln w="0">
            <a:noFill/>
          </a:ln>
        </p:spPr>
        <p:txBody>
          <a:bodyPr lIns="0" tIns="0" rIns="0" bIns="0" anchor="ctr"/>
          <a:lstStyle>
            <a:defPPr algn="ctr">
              <a:defRPr sz="6150" b="1">
                <a:solidFill>
                  <a:srgbClr val="522D60"/>
                </a:solidFill>
                <a:latin typeface="Arial"/>
                <a:ea typeface="Arial"/>
                <a:cs typeface="Arial"/>
              </a:defRPr>
            </a:defPPr>
            <a:lvl1pPr algn="ctr">
              <a:defRPr sz="6150" b="1">
                <a:solidFill>
                  <a:srgbClr val="522D60"/>
                </a:solidFill>
                <a:latin typeface="Arial"/>
                <a:ea typeface="Arial"/>
                <a:cs typeface="Arial"/>
              </a:defRPr>
            </a:lvl1pPr>
            <a:lvl2pPr algn="ctr">
              <a:defRPr sz="6150" b="1">
                <a:solidFill>
                  <a:srgbClr val="522D60"/>
                </a:solidFill>
                <a:latin typeface="Arial"/>
                <a:ea typeface="Arial"/>
                <a:cs typeface="Arial"/>
              </a:defRPr>
            </a:lvl2pPr>
            <a:lvl3pPr algn="ctr">
              <a:defRPr sz="6150" b="1">
                <a:solidFill>
                  <a:srgbClr val="522D60"/>
                </a:solidFill>
                <a:latin typeface="Arial"/>
                <a:ea typeface="Arial"/>
                <a:cs typeface="Arial"/>
              </a:defRPr>
            </a:lvl3pPr>
            <a:lvl4pPr algn="ctr">
              <a:defRPr sz="6150" b="1">
                <a:solidFill>
                  <a:srgbClr val="522D60"/>
                </a:solidFill>
                <a:latin typeface="Arial"/>
                <a:ea typeface="Arial"/>
                <a:cs typeface="Arial"/>
              </a:defRPr>
            </a:lvl4pPr>
            <a:lvl5pPr algn="ctr">
              <a:defRPr sz="6150" b="1">
                <a:solidFill>
                  <a:srgbClr val="522D60"/>
                </a:solidFill>
                <a:latin typeface="Arial"/>
                <a:ea typeface="Arial"/>
                <a:cs typeface="Arial"/>
              </a:defRPr>
            </a:lvl5pPr>
            <a:lvl6pPr algn="ctr">
              <a:defRPr sz="6150" b="1">
                <a:solidFill>
                  <a:srgbClr val="522D60"/>
                </a:solidFill>
                <a:latin typeface="Arial"/>
                <a:ea typeface="Arial"/>
                <a:cs typeface="Arial"/>
              </a:defRPr>
            </a:lvl6pPr>
            <a:lvl7pPr algn="ctr">
              <a:defRPr sz="6150" b="1">
                <a:solidFill>
                  <a:srgbClr val="522D60"/>
                </a:solidFill>
                <a:latin typeface="Arial"/>
                <a:ea typeface="Arial"/>
                <a:cs typeface="Arial"/>
              </a:defRPr>
            </a:lvl7pPr>
            <a:lvl8pPr algn="ctr">
              <a:defRPr sz="6150" b="1">
                <a:solidFill>
                  <a:srgbClr val="522D60"/>
                </a:solidFill>
                <a:latin typeface="Arial"/>
                <a:ea typeface="Arial"/>
                <a:cs typeface="Arial"/>
              </a:defRPr>
            </a:lvl8pPr>
            <a:lvl9pPr algn="ctr">
              <a:defRPr sz="6150" b="1">
                <a:solidFill>
                  <a:srgbClr val="522D60"/>
                </a:solidFill>
                <a:latin typeface="Arial"/>
                <a:ea typeface="Arial"/>
                <a:cs typeface="Arial"/>
              </a:defRPr>
            </a:lvl9pPr>
          </a:lstStyle>
          <a:p>
            <a:pPr algn="ctr">
              <a:defRPr sz="6150" b="1">
                <a:solidFill>
                  <a:srgbClr val="522D60"/>
                </a:solidFill>
                <a:latin typeface="Arial"/>
                <a:ea typeface="Arial"/>
                <a:cs typeface="Arial"/>
              </a:defRPr>
            </a:pPr>
            <a:r>
              <a:rPr sz="6150" b="1">
                <a:solidFill>
                  <a:srgbClr val="522D60"/>
                </a:solidFill>
                <a:latin typeface="Arial"/>
                <a:ea typeface="Arial"/>
                <a:cs typeface="Arial"/>
              </a:rPr>
              <a:t>240</a:t>
            </a:r>
          </a:p>
        </p:txBody>
      </p:sp>
      <p:sp>
        <p:nvSpPr>
          <p:cNvPr id="8" name="مستطيل 7">
            <a:extLst>
              <a:ext uri="{FF2B5EF4-FFF2-40B4-BE49-F238E27FC236}">
                <a16:creationId xmlns:a16="http://schemas.microsoft.com/office/drawing/2014/main" id="{9CB28E10-14EE-448C-8D7E-C8AA71DB32A6}"/>
              </a:ext>
            </a:extLst>
          </p:cNvPr>
          <p:cNvSpPr>
            <a:spLocks noGrp="1"/>
          </p:cNvSpPr>
          <p:nvPr/>
        </p:nvSpPr>
        <p:spPr>
          <a:xfrm>
            <a:off x="1143000" y="2771775"/>
            <a:ext cx="3143250" cy="628650"/>
          </a:xfrm>
          <a:prstGeom prst="rect">
            <a:avLst/>
          </a:prstGeom>
          <a:noFill/>
          <a:ln w="0">
            <a:noFill/>
          </a:ln>
        </p:spPr>
        <p:txBody>
          <a:bodyPr lIns="0" tIns="0" rIns="0" bIns="0" anchor="ctr"/>
          <a:lstStyle>
            <a:defPPr algn="ctr">
              <a:defRPr sz="2025" b="0">
                <a:solidFill>
                  <a:srgbClr val="26182E"/>
                </a:solidFill>
                <a:latin typeface="Arial"/>
                <a:ea typeface="Arial"/>
                <a:cs typeface="Arial"/>
              </a:defRPr>
            </a:defPPr>
            <a:lvl1pPr algn="ctr">
              <a:defRPr sz="2025" b="0">
                <a:solidFill>
                  <a:srgbClr val="26182E"/>
                </a:solidFill>
                <a:latin typeface="Arial"/>
                <a:ea typeface="Arial"/>
                <a:cs typeface="Arial"/>
              </a:defRPr>
            </a:lvl1pPr>
            <a:lvl2pPr algn="ctr">
              <a:defRPr sz="2025" b="0">
                <a:solidFill>
                  <a:srgbClr val="26182E"/>
                </a:solidFill>
                <a:latin typeface="Arial"/>
                <a:ea typeface="Arial"/>
                <a:cs typeface="Arial"/>
              </a:defRPr>
            </a:lvl2pPr>
            <a:lvl3pPr algn="ctr">
              <a:defRPr sz="2025" b="0">
                <a:solidFill>
                  <a:srgbClr val="26182E"/>
                </a:solidFill>
                <a:latin typeface="Arial"/>
                <a:ea typeface="Arial"/>
                <a:cs typeface="Arial"/>
              </a:defRPr>
            </a:lvl3pPr>
            <a:lvl4pPr algn="ctr">
              <a:defRPr sz="2025" b="0">
                <a:solidFill>
                  <a:srgbClr val="26182E"/>
                </a:solidFill>
                <a:latin typeface="Arial"/>
                <a:ea typeface="Arial"/>
                <a:cs typeface="Arial"/>
              </a:defRPr>
            </a:lvl4pPr>
            <a:lvl5pPr algn="ctr">
              <a:defRPr sz="2025" b="0">
                <a:solidFill>
                  <a:srgbClr val="26182E"/>
                </a:solidFill>
                <a:latin typeface="Arial"/>
                <a:ea typeface="Arial"/>
                <a:cs typeface="Arial"/>
              </a:defRPr>
            </a:lvl5pPr>
            <a:lvl6pPr algn="ctr">
              <a:defRPr sz="2025" b="0">
                <a:solidFill>
                  <a:srgbClr val="26182E"/>
                </a:solidFill>
                <a:latin typeface="Arial"/>
                <a:ea typeface="Arial"/>
                <a:cs typeface="Arial"/>
              </a:defRPr>
            </a:lvl6pPr>
            <a:lvl7pPr algn="ctr">
              <a:defRPr sz="2025" b="0">
                <a:solidFill>
                  <a:srgbClr val="26182E"/>
                </a:solidFill>
                <a:latin typeface="Arial"/>
                <a:ea typeface="Arial"/>
                <a:cs typeface="Arial"/>
              </a:defRPr>
            </a:lvl7pPr>
            <a:lvl8pPr algn="ctr">
              <a:defRPr sz="2025" b="0">
                <a:solidFill>
                  <a:srgbClr val="26182E"/>
                </a:solidFill>
                <a:latin typeface="Arial"/>
                <a:ea typeface="Arial"/>
                <a:cs typeface="Arial"/>
              </a:defRPr>
            </a:lvl8pPr>
            <a:lvl9pPr algn="ctr">
              <a:defRPr sz="2025" b="0">
                <a:solidFill>
                  <a:srgbClr val="26182E"/>
                </a:solidFill>
                <a:latin typeface="Arial"/>
                <a:ea typeface="Arial"/>
                <a:cs typeface="Arial"/>
              </a:defRPr>
            </a:lvl9pPr>
          </a:lstStyle>
          <a:p>
            <a:pPr algn="ctr">
              <a:defRPr sz="2025" b="0">
                <a:solidFill>
                  <a:srgbClr val="26182E"/>
                </a:solidFill>
                <a:latin typeface="Arial"/>
                <a:ea typeface="Arial"/>
                <a:cs typeface="Arial"/>
              </a:defRPr>
            </a:pPr>
            <a:r>
              <a:rPr sz="2025" b="0">
                <a:solidFill>
                  <a:srgbClr val="26182E"/>
                </a:solidFill>
                <a:latin typeface="Arial"/>
                <a:ea typeface="Arial"/>
                <a:cs typeface="Arial"/>
              </a:rPr>
              <a:t>Manufacturers</a:t>
            </a:r>
          </a:p>
        </p:txBody>
      </p:sp>
      <p:graphicFrame>
        <p:nvGraphicFramePr>
          <p:cNvPr id="9" name="جدول 8">
            <a:extLst>
              <a:ext uri="{FF2B5EF4-FFF2-40B4-BE49-F238E27FC236}">
                <a16:creationId xmlns:a16="http://schemas.microsoft.com/office/drawing/2014/main" id="{D2B3281F-88E1-4B93-9D3A-6BA241D45668}"/>
              </a:ext>
            </a:extLst>
          </p:cNvPr>
          <p:cNvGraphicFramePr/>
          <p:nvPr/>
        </p:nvGraphicFramePr>
        <p:xfrm>
          <a:off x="762000" y="4000500"/>
          <a:ext cx="10668000" cy="1905000"/>
        </p:xfrm>
        <a:graphic>
          <a:graphicData uri="http://schemas.openxmlformats.org/drawingml/2006/table">
            <a:tbl>
              <a:tblPr/>
              <a:tblGrid>
                <a:gridCol w="266700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476250">
                <a:tc>
                  <a:txBody>
                    <a:bodyPr/>
                    <a:lstStyle/>
                    <a:p>
                      <a:pPr algn="l"/>
                      <a:r>
                        <a:rPr sz="1800" b="1">
                          <a:solidFill>
                            <a:srgbClr val="FFFFFF"/>
                          </a:solidFill>
                          <a:latin typeface="Arial"/>
                          <a:ea typeface="Arial"/>
                          <a:cs typeface="Arial"/>
                        </a:rPr>
                        <a:t>Count</a:t>
                      </a:r>
                    </a:p>
                  </a:txBody>
                  <a:tcPr anchor="ctr">
                    <a:solidFill>
                      <a:srgbClr val="522D60"/>
                    </a:solidFill>
                  </a:tcPr>
                </a:tc>
                <a:tc>
                  <a:txBody>
                    <a:bodyPr/>
                    <a:lstStyle/>
                    <a:p>
                      <a:pPr algn="l"/>
                      <a:r>
                        <a:rPr sz="1800" b="1">
                          <a:solidFill>
                            <a:srgbClr val="FFFFFF"/>
                          </a:solidFill>
                          <a:latin typeface="Arial"/>
                          <a:ea typeface="Arial"/>
                          <a:cs typeface="Arial"/>
                        </a:rPr>
                        <a:t>Data category</a:t>
                      </a:r>
                    </a:p>
                  </a:txBody>
                  <a:tcPr anchor="ctr">
                    <a:solidFill>
                      <a:srgbClr val="522D60"/>
                    </a:solidFill>
                  </a:tcPr>
                </a:tc>
                <a:extLst>
                  <a:ext uri="{0D108BD9-81ED-4DB2-BD59-A6C34878D82A}">
                    <a16:rowId xmlns:a16="http://schemas.microsoft.com/office/drawing/2014/main" val="10000"/>
                  </a:ext>
                </a:extLst>
              </a:tr>
              <a:tr h="476250">
                <a:tc>
                  <a:txBody>
                    <a:bodyPr/>
                    <a:lstStyle/>
                    <a:p>
                      <a:pPr algn="l"/>
                      <a:r>
                        <a:rPr sz="1650" b="0">
                          <a:solidFill>
                            <a:srgbClr val="26182E"/>
                          </a:solidFill>
                          <a:latin typeface="Arial"/>
                          <a:ea typeface="Arial"/>
                          <a:cs typeface="Arial"/>
                        </a:rPr>
                        <a:t>113</a:t>
                      </a:r>
                    </a:p>
                  </a:txBody>
                  <a:tcPr anchor="ctr">
                    <a:solidFill>
                      <a:srgbClr val="F0EBF1"/>
                    </a:solidFill>
                  </a:tcPr>
                </a:tc>
                <a:tc>
                  <a:txBody>
                    <a:bodyPr/>
                    <a:lstStyle/>
                    <a:p>
                      <a:pPr algn="l"/>
                      <a:r>
                        <a:rPr sz="1650" b="0">
                          <a:solidFill>
                            <a:srgbClr val="26182E"/>
                          </a:solidFill>
                          <a:latin typeface="Arial"/>
                          <a:ea typeface="Arial"/>
                          <a:cs typeface="Arial"/>
                        </a:rPr>
                        <a:t>Dosage forms</a:t>
                      </a:r>
                    </a:p>
                  </a:txBody>
                  <a:tcPr anchor="ctr">
                    <a:solidFill>
                      <a:srgbClr val="F0EBF1"/>
                    </a:solidFill>
                  </a:tcPr>
                </a:tc>
                <a:extLst>
                  <a:ext uri="{0D108BD9-81ED-4DB2-BD59-A6C34878D82A}">
                    <a16:rowId xmlns:a16="http://schemas.microsoft.com/office/drawing/2014/main" val="10001"/>
                  </a:ext>
                </a:extLst>
              </a:tr>
              <a:tr h="476250">
                <a:tc>
                  <a:txBody>
                    <a:bodyPr/>
                    <a:lstStyle/>
                    <a:p>
                      <a:pPr algn="l"/>
                      <a:r>
                        <a:rPr sz="1650" b="0">
                          <a:solidFill>
                            <a:srgbClr val="26182E"/>
                          </a:solidFill>
                          <a:latin typeface="Arial"/>
                          <a:ea typeface="Arial"/>
                          <a:cs typeface="Arial"/>
                        </a:rPr>
                        <a:t>421</a:t>
                      </a:r>
                    </a:p>
                  </a:txBody>
                  <a:tcPr anchor="ctr">
                    <a:solidFill>
                      <a:srgbClr val="FAF8F5"/>
                    </a:solidFill>
                  </a:tcPr>
                </a:tc>
                <a:tc>
                  <a:txBody>
                    <a:bodyPr/>
                    <a:lstStyle/>
                    <a:p>
                      <a:pPr algn="l"/>
                      <a:r>
                        <a:rPr sz="1650" b="0">
                          <a:solidFill>
                            <a:srgbClr val="26182E"/>
                          </a:solidFill>
                          <a:latin typeface="Arial"/>
                          <a:ea typeface="Arial"/>
                          <a:cs typeface="Arial"/>
                        </a:rPr>
                        <a:t>Canonical drug classes</a:t>
                      </a:r>
                    </a:p>
                  </a:txBody>
                  <a:tcPr anchor="ctr">
                    <a:solidFill>
                      <a:srgbClr val="FAF8F5"/>
                    </a:solidFill>
                  </a:tcPr>
                </a:tc>
                <a:extLst>
                  <a:ext uri="{0D108BD9-81ED-4DB2-BD59-A6C34878D82A}">
                    <a16:rowId xmlns:a16="http://schemas.microsoft.com/office/drawing/2014/main" val="10002"/>
                  </a:ext>
                </a:extLst>
              </a:tr>
              <a:tr h="476250">
                <a:tc>
                  <a:txBody>
                    <a:bodyPr/>
                    <a:lstStyle/>
                    <a:p>
                      <a:pPr algn="l"/>
                      <a:r>
                        <a:rPr sz="1650" b="0">
                          <a:solidFill>
                            <a:srgbClr val="26182E"/>
                          </a:solidFill>
                          <a:latin typeface="Arial"/>
                          <a:ea typeface="Arial"/>
                          <a:cs typeface="Arial"/>
                        </a:rPr>
                        <a:t>2,043</a:t>
                      </a:r>
                    </a:p>
                  </a:txBody>
                  <a:tcPr anchor="ctr">
                    <a:solidFill>
                      <a:srgbClr val="F0EBF1"/>
                    </a:solidFill>
                  </a:tcPr>
                </a:tc>
                <a:tc>
                  <a:txBody>
                    <a:bodyPr/>
                    <a:lstStyle/>
                    <a:p>
                      <a:pPr algn="l"/>
                      <a:r>
                        <a:rPr sz="1650" b="0">
                          <a:solidFill>
                            <a:srgbClr val="26182E"/>
                          </a:solidFill>
                          <a:latin typeface="Arial"/>
                          <a:ea typeface="Arial"/>
                          <a:cs typeface="Arial"/>
                        </a:rPr>
                        <a:t>Indications</a:t>
                      </a:r>
                    </a:p>
                  </a:txBody>
                  <a:tcPr anchor="ctr">
                    <a:solidFill>
                      <a:srgbClr val="F0EBF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25816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8" name="مستطيل 7">
            <a:extLst>
              <a:ext uri="{FF2B5EF4-FFF2-40B4-BE49-F238E27FC236}">
                <a16:creationId xmlns:a16="http://schemas.microsoft.com/office/drawing/2014/main" id="{765CAFD7-08F4-4E2F-A1DA-0347878D750E}"/>
              </a:ext>
            </a:extLst>
          </p:cNvPr>
          <p:cNvSpPr>
            <a:spLocks noGrp="1"/>
          </p:cNvSpPr>
          <p:nvPr/>
        </p:nvSpPr>
        <p:spPr>
          <a:xfrm>
            <a:off x="685800" y="457200"/>
            <a:ext cx="10820400" cy="742950"/>
          </a:xfrm>
          <a:prstGeom prst="rect">
            <a:avLst/>
          </a:prstGeom>
          <a:noFill/>
          <a:ln w="0">
            <a:noFill/>
          </a:ln>
        </p:spPr>
        <p:txBody>
          <a:bodyPr lIns="0" tIns="0" rIns="0" bIns="0" anchor="ctr"/>
          <a:lstStyle>
            <a:defPPr algn="l">
              <a:defRPr sz="3300" b="1">
                <a:solidFill>
                  <a:srgbClr val="26182E"/>
                </a:solidFill>
                <a:latin typeface="Arial"/>
                <a:ea typeface="Arial"/>
                <a:cs typeface="Arial"/>
              </a:defRPr>
            </a:defPPr>
            <a:lvl1pPr algn="l">
              <a:defRPr sz="3300" b="1">
                <a:solidFill>
                  <a:srgbClr val="26182E"/>
                </a:solidFill>
                <a:latin typeface="Arial"/>
                <a:ea typeface="Arial"/>
                <a:cs typeface="Arial"/>
              </a:defRPr>
            </a:lvl1pPr>
            <a:lvl2pPr algn="l">
              <a:defRPr sz="3300" b="1">
                <a:solidFill>
                  <a:srgbClr val="26182E"/>
                </a:solidFill>
                <a:latin typeface="Arial"/>
                <a:ea typeface="Arial"/>
                <a:cs typeface="Arial"/>
              </a:defRPr>
            </a:lvl2pPr>
            <a:lvl3pPr algn="l">
              <a:defRPr sz="3300" b="1">
                <a:solidFill>
                  <a:srgbClr val="26182E"/>
                </a:solidFill>
                <a:latin typeface="Arial"/>
                <a:ea typeface="Arial"/>
                <a:cs typeface="Arial"/>
              </a:defRPr>
            </a:lvl3pPr>
            <a:lvl4pPr algn="l">
              <a:defRPr sz="3300" b="1">
                <a:solidFill>
                  <a:srgbClr val="26182E"/>
                </a:solidFill>
                <a:latin typeface="Arial"/>
                <a:ea typeface="Arial"/>
                <a:cs typeface="Arial"/>
              </a:defRPr>
            </a:lvl4pPr>
            <a:lvl5pPr algn="l">
              <a:defRPr sz="3300" b="1">
                <a:solidFill>
                  <a:srgbClr val="26182E"/>
                </a:solidFill>
                <a:latin typeface="Arial"/>
                <a:ea typeface="Arial"/>
                <a:cs typeface="Arial"/>
              </a:defRPr>
            </a:lvl5pPr>
            <a:lvl6pPr algn="l">
              <a:defRPr sz="3300" b="1">
                <a:solidFill>
                  <a:srgbClr val="26182E"/>
                </a:solidFill>
                <a:latin typeface="Arial"/>
                <a:ea typeface="Arial"/>
                <a:cs typeface="Arial"/>
              </a:defRPr>
            </a:lvl6pPr>
            <a:lvl7pPr algn="l">
              <a:defRPr sz="3300" b="1">
                <a:solidFill>
                  <a:srgbClr val="26182E"/>
                </a:solidFill>
                <a:latin typeface="Arial"/>
                <a:ea typeface="Arial"/>
                <a:cs typeface="Arial"/>
              </a:defRPr>
            </a:lvl7pPr>
            <a:lvl8pPr algn="l">
              <a:defRPr sz="3300" b="1">
                <a:solidFill>
                  <a:srgbClr val="26182E"/>
                </a:solidFill>
                <a:latin typeface="Arial"/>
                <a:ea typeface="Arial"/>
                <a:cs typeface="Arial"/>
              </a:defRPr>
            </a:lvl8pPr>
            <a:lvl9pPr algn="l">
              <a:defRPr sz="3300" b="1">
                <a:solidFill>
                  <a:srgbClr val="26182E"/>
                </a:solidFill>
                <a:latin typeface="Arial"/>
                <a:ea typeface="Arial"/>
                <a:cs typeface="Arial"/>
              </a:defRPr>
            </a:lvl9pPr>
          </a:lstStyle>
          <a:p>
            <a:pPr algn="l">
              <a:defRPr sz="3300" b="1">
                <a:solidFill>
                  <a:srgbClr val="26182E"/>
                </a:solidFill>
                <a:latin typeface="Arial"/>
                <a:ea typeface="Arial"/>
                <a:cs typeface="Arial"/>
              </a:defRPr>
            </a:pPr>
            <a:r>
              <a:rPr sz="3300" b="1">
                <a:solidFill>
                  <a:srgbClr val="26182E"/>
                </a:solidFill>
                <a:latin typeface="Arial"/>
                <a:ea typeface="Arial"/>
                <a:cs typeface="Arial"/>
              </a:rPr>
              <a:t>Data Cleaning and Price Extraction</a:t>
            </a:r>
          </a:p>
        </p:txBody>
      </p:sp>
      <p:sp>
        <p:nvSpPr>
          <p:cNvPr id="2" name="مستطيل 1">
            <a:extLst>
              <a:ext uri="{FF2B5EF4-FFF2-40B4-BE49-F238E27FC236}">
                <a16:creationId xmlns:a16="http://schemas.microsoft.com/office/drawing/2014/main" id="{EB40B9C1-43F3-432E-B508-821131505119}"/>
              </a:ext>
            </a:extLst>
          </p:cNvPr>
          <p:cNvSpPr>
            <a:spLocks noGrp="1"/>
          </p:cNvSpPr>
          <p:nvPr/>
        </p:nvSpPr>
        <p:spPr>
          <a:xfrm>
            <a:off x="685800" y="6324600"/>
            <a:ext cx="476250" cy="209550"/>
          </a:xfrm>
          <a:prstGeom prst="rect">
            <a:avLst/>
          </a:prstGeom>
          <a:noFill/>
          <a:ln w="0">
            <a:noFill/>
          </a:ln>
        </p:spPr>
        <p:txBody>
          <a:bodyPr lIns="0" tIns="0" rIns="0" bIns="0" anchor="ctr"/>
          <a:lstStyle>
            <a:defPPr algn="l">
              <a:defRPr sz="1200" b="0">
                <a:solidFill>
                  <a:srgbClr val="756C78"/>
                </a:solidFill>
                <a:latin typeface="Arial"/>
                <a:ea typeface="Arial"/>
                <a:cs typeface="Arial"/>
              </a:defRPr>
            </a:defPPr>
            <a:lvl1pPr algn="l">
              <a:defRPr sz="1200" b="0">
                <a:solidFill>
                  <a:srgbClr val="756C78"/>
                </a:solidFill>
                <a:latin typeface="Arial"/>
                <a:ea typeface="Arial"/>
                <a:cs typeface="Arial"/>
              </a:defRPr>
            </a:lvl1pPr>
            <a:lvl2pPr algn="l">
              <a:defRPr sz="1200" b="0">
                <a:solidFill>
                  <a:srgbClr val="756C78"/>
                </a:solidFill>
                <a:latin typeface="Arial"/>
                <a:ea typeface="Arial"/>
                <a:cs typeface="Arial"/>
              </a:defRPr>
            </a:lvl2pPr>
            <a:lvl3pPr algn="l">
              <a:defRPr sz="1200" b="0">
                <a:solidFill>
                  <a:srgbClr val="756C78"/>
                </a:solidFill>
                <a:latin typeface="Arial"/>
                <a:ea typeface="Arial"/>
                <a:cs typeface="Arial"/>
              </a:defRPr>
            </a:lvl3pPr>
            <a:lvl4pPr algn="l">
              <a:defRPr sz="1200" b="0">
                <a:solidFill>
                  <a:srgbClr val="756C78"/>
                </a:solidFill>
                <a:latin typeface="Arial"/>
                <a:ea typeface="Arial"/>
                <a:cs typeface="Arial"/>
              </a:defRPr>
            </a:lvl4pPr>
            <a:lvl5pPr algn="l">
              <a:defRPr sz="1200" b="0">
                <a:solidFill>
                  <a:srgbClr val="756C78"/>
                </a:solidFill>
                <a:latin typeface="Arial"/>
                <a:ea typeface="Arial"/>
                <a:cs typeface="Arial"/>
              </a:defRPr>
            </a:lvl5pPr>
            <a:lvl6pPr algn="l">
              <a:defRPr sz="1200" b="0">
                <a:solidFill>
                  <a:srgbClr val="756C78"/>
                </a:solidFill>
                <a:latin typeface="Arial"/>
                <a:ea typeface="Arial"/>
                <a:cs typeface="Arial"/>
              </a:defRPr>
            </a:lvl6pPr>
            <a:lvl7pPr algn="l">
              <a:defRPr sz="1200" b="0">
                <a:solidFill>
                  <a:srgbClr val="756C78"/>
                </a:solidFill>
                <a:latin typeface="Arial"/>
                <a:ea typeface="Arial"/>
                <a:cs typeface="Arial"/>
              </a:defRPr>
            </a:lvl7pPr>
            <a:lvl8pPr algn="l">
              <a:defRPr sz="1200" b="0">
                <a:solidFill>
                  <a:srgbClr val="756C78"/>
                </a:solidFill>
                <a:latin typeface="Arial"/>
                <a:ea typeface="Arial"/>
                <a:cs typeface="Arial"/>
              </a:defRPr>
            </a:lvl8pPr>
            <a:lvl9pPr algn="l">
              <a:defRPr sz="1200" b="0">
                <a:solidFill>
                  <a:srgbClr val="756C78"/>
                </a:solidFill>
                <a:latin typeface="Arial"/>
                <a:ea typeface="Arial"/>
                <a:cs typeface="Arial"/>
              </a:defRPr>
            </a:lvl9pPr>
          </a:lstStyle>
          <a:p>
            <a:pPr algn="l">
              <a:defRPr sz="1200" b="0">
                <a:solidFill>
                  <a:srgbClr val="756C78"/>
                </a:solidFill>
                <a:latin typeface="Arial"/>
                <a:ea typeface="Arial"/>
                <a:cs typeface="Arial"/>
              </a:defRPr>
            </a:pPr>
            <a:r>
              <a:rPr sz="1200" b="0">
                <a:solidFill>
                  <a:srgbClr val="756C78"/>
                </a:solidFill>
                <a:latin typeface="Arial"/>
                <a:ea typeface="Arial"/>
                <a:cs typeface="Arial"/>
              </a:rPr>
              <a:t>05</a:t>
            </a:r>
          </a:p>
        </p:txBody>
      </p:sp>
      <p:sp>
        <p:nvSpPr>
          <p:cNvPr id="3" name="مستطيل 2">
            <a:extLst>
              <a:ext uri="{FF2B5EF4-FFF2-40B4-BE49-F238E27FC236}">
                <a16:creationId xmlns:a16="http://schemas.microsoft.com/office/drawing/2014/main" id="{0541C9C7-CF52-47C7-8196-8DAD1C0ECD58}"/>
              </a:ext>
            </a:extLst>
          </p:cNvPr>
          <p:cNvSpPr>
            <a:spLocks noGrp="1"/>
          </p:cNvSpPr>
          <p:nvPr/>
        </p:nvSpPr>
        <p:spPr>
          <a:xfrm>
            <a:off x="762000" y="1695450"/>
            <a:ext cx="4286250" cy="1285875"/>
          </a:xfrm>
          <a:prstGeom prst="rect">
            <a:avLst/>
          </a:prstGeom>
          <a:noFill/>
          <a:ln w="0">
            <a:noFill/>
          </a:ln>
        </p:spPr>
        <p:txBody>
          <a:bodyPr lIns="0" tIns="0" rIns="0" bIns="0" anchor="ctr"/>
          <a:lstStyle>
            <a:defPPr algn="ctr">
              <a:defRPr sz="7650" b="1">
                <a:solidFill>
                  <a:srgbClr val="522D60"/>
                </a:solidFill>
                <a:latin typeface="Arial"/>
                <a:ea typeface="Arial"/>
                <a:cs typeface="Arial"/>
              </a:defRPr>
            </a:defPPr>
            <a:lvl1pPr algn="ctr">
              <a:defRPr sz="7650" b="1">
                <a:solidFill>
                  <a:srgbClr val="522D60"/>
                </a:solidFill>
                <a:latin typeface="Arial"/>
                <a:ea typeface="Arial"/>
                <a:cs typeface="Arial"/>
              </a:defRPr>
            </a:lvl1pPr>
            <a:lvl2pPr algn="ctr">
              <a:defRPr sz="7650" b="1">
                <a:solidFill>
                  <a:srgbClr val="522D60"/>
                </a:solidFill>
                <a:latin typeface="Arial"/>
                <a:ea typeface="Arial"/>
                <a:cs typeface="Arial"/>
              </a:defRPr>
            </a:lvl2pPr>
            <a:lvl3pPr algn="ctr">
              <a:defRPr sz="7650" b="1">
                <a:solidFill>
                  <a:srgbClr val="522D60"/>
                </a:solidFill>
                <a:latin typeface="Arial"/>
                <a:ea typeface="Arial"/>
                <a:cs typeface="Arial"/>
              </a:defRPr>
            </a:lvl3pPr>
            <a:lvl4pPr algn="ctr">
              <a:defRPr sz="7650" b="1">
                <a:solidFill>
                  <a:srgbClr val="522D60"/>
                </a:solidFill>
                <a:latin typeface="Arial"/>
                <a:ea typeface="Arial"/>
                <a:cs typeface="Arial"/>
              </a:defRPr>
            </a:lvl4pPr>
            <a:lvl5pPr algn="ctr">
              <a:defRPr sz="7650" b="1">
                <a:solidFill>
                  <a:srgbClr val="522D60"/>
                </a:solidFill>
                <a:latin typeface="Arial"/>
                <a:ea typeface="Arial"/>
                <a:cs typeface="Arial"/>
              </a:defRPr>
            </a:lvl5pPr>
            <a:lvl6pPr algn="ctr">
              <a:defRPr sz="7650" b="1">
                <a:solidFill>
                  <a:srgbClr val="522D60"/>
                </a:solidFill>
                <a:latin typeface="Arial"/>
                <a:ea typeface="Arial"/>
                <a:cs typeface="Arial"/>
              </a:defRPr>
            </a:lvl6pPr>
            <a:lvl7pPr algn="ctr">
              <a:defRPr sz="7650" b="1">
                <a:solidFill>
                  <a:srgbClr val="522D60"/>
                </a:solidFill>
                <a:latin typeface="Arial"/>
                <a:ea typeface="Arial"/>
                <a:cs typeface="Arial"/>
              </a:defRPr>
            </a:lvl7pPr>
            <a:lvl8pPr algn="ctr">
              <a:defRPr sz="7650" b="1">
                <a:solidFill>
                  <a:srgbClr val="522D60"/>
                </a:solidFill>
                <a:latin typeface="Arial"/>
                <a:ea typeface="Arial"/>
                <a:cs typeface="Arial"/>
              </a:defRPr>
            </a:lvl8pPr>
            <a:lvl9pPr algn="ctr">
              <a:defRPr sz="7650" b="1">
                <a:solidFill>
                  <a:srgbClr val="522D60"/>
                </a:solidFill>
                <a:latin typeface="Arial"/>
                <a:ea typeface="Arial"/>
                <a:cs typeface="Arial"/>
              </a:defRPr>
            </a:lvl9pPr>
          </a:lstStyle>
          <a:p>
            <a:pPr algn="ctr">
              <a:defRPr sz="7650" b="1">
                <a:solidFill>
                  <a:srgbClr val="522D60"/>
                </a:solidFill>
                <a:latin typeface="Arial"/>
                <a:ea typeface="Arial"/>
                <a:cs typeface="Arial"/>
              </a:defRPr>
            </a:pPr>
            <a:r>
              <a:rPr sz="7650" b="1">
                <a:solidFill>
                  <a:srgbClr val="522D60"/>
                </a:solidFill>
                <a:latin typeface="Arial"/>
                <a:ea typeface="Arial"/>
                <a:cs typeface="Arial"/>
              </a:rPr>
              <a:t>93.75%</a:t>
            </a:r>
          </a:p>
        </p:txBody>
      </p:sp>
      <p:sp>
        <p:nvSpPr>
          <p:cNvPr id="4" name="مستطيل 3">
            <a:extLst>
              <a:ext uri="{FF2B5EF4-FFF2-40B4-BE49-F238E27FC236}">
                <a16:creationId xmlns:a16="http://schemas.microsoft.com/office/drawing/2014/main" id="{8B42DE92-1202-4A51-8523-3F1B133C29C6}"/>
              </a:ext>
            </a:extLst>
          </p:cNvPr>
          <p:cNvSpPr>
            <a:spLocks noGrp="1"/>
          </p:cNvSpPr>
          <p:nvPr/>
        </p:nvSpPr>
        <p:spPr>
          <a:xfrm>
            <a:off x="762000" y="3038475"/>
            <a:ext cx="4286250" cy="523875"/>
          </a:xfrm>
          <a:prstGeom prst="rect">
            <a:avLst/>
          </a:prstGeom>
          <a:noFill/>
          <a:ln w="0">
            <a:noFill/>
          </a:ln>
        </p:spPr>
        <p:txBody>
          <a:bodyPr lIns="0" tIns="0" rIns="0" bIns="0" anchor="ctr"/>
          <a:lstStyle>
            <a:defPPr algn="ctr">
              <a:defRPr sz="2250" b="1">
                <a:solidFill>
                  <a:srgbClr val="26182E"/>
                </a:solidFill>
                <a:latin typeface="Arial"/>
                <a:ea typeface="Arial"/>
                <a:cs typeface="Arial"/>
              </a:defRPr>
            </a:defPPr>
            <a:lvl1pPr algn="ctr">
              <a:defRPr sz="2250" b="1">
                <a:solidFill>
                  <a:srgbClr val="26182E"/>
                </a:solidFill>
                <a:latin typeface="Arial"/>
                <a:ea typeface="Arial"/>
                <a:cs typeface="Arial"/>
              </a:defRPr>
            </a:lvl1pPr>
            <a:lvl2pPr algn="ctr">
              <a:defRPr sz="2250" b="1">
                <a:solidFill>
                  <a:srgbClr val="26182E"/>
                </a:solidFill>
                <a:latin typeface="Arial"/>
                <a:ea typeface="Arial"/>
                <a:cs typeface="Arial"/>
              </a:defRPr>
            </a:lvl2pPr>
            <a:lvl3pPr algn="ctr">
              <a:defRPr sz="2250" b="1">
                <a:solidFill>
                  <a:srgbClr val="26182E"/>
                </a:solidFill>
                <a:latin typeface="Arial"/>
                <a:ea typeface="Arial"/>
                <a:cs typeface="Arial"/>
              </a:defRPr>
            </a:lvl3pPr>
            <a:lvl4pPr algn="ctr">
              <a:defRPr sz="2250" b="1">
                <a:solidFill>
                  <a:srgbClr val="26182E"/>
                </a:solidFill>
                <a:latin typeface="Arial"/>
                <a:ea typeface="Arial"/>
                <a:cs typeface="Arial"/>
              </a:defRPr>
            </a:lvl4pPr>
            <a:lvl5pPr algn="ctr">
              <a:defRPr sz="2250" b="1">
                <a:solidFill>
                  <a:srgbClr val="26182E"/>
                </a:solidFill>
                <a:latin typeface="Arial"/>
                <a:ea typeface="Arial"/>
                <a:cs typeface="Arial"/>
              </a:defRPr>
            </a:lvl5pPr>
            <a:lvl6pPr algn="ctr">
              <a:defRPr sz="2250" b="1">
                <a:solidFill>
                  <a:srgbClr val="26182E"/>
                </a:solidFill>
                <a:latin typeface="Arial"/>
                <a:ea typeface="Arial"/>
                <a:cs typeface="Arial"/>
              </a:defRPr>
            </a:lvl6pPr>
            <a:lvl7pPr algn="ctr">
              <a:defRPr sz="2250" b="1">
                <a:solidFill>
                  <a:srgbClr val="26182E"/>
                </a:solidFill>
                <a:latin typeface="Arial"/>
                <a:ea typeface="Arial"/>
                <a:cs typeface="Arial"/>
              </a:defRPr>
            </a:lvl7pPr>
            <a:lvl8pPr algn="ctr">
              <a:defRPr sz="2250" b="1">
                <a:solidFill>
                  <a:srgbClr val="26182E"/>
                </a:solidFill>
                <a:latin typeface="Arial"/>
                <a:ea typeface="Arial"/>
                <a:cs typeface="Arial"/>
              </a:defRPr>
            </a:lvl8pPr>
            <a:lvl9pPr algn="ctr">
              <a:defRPr sz="2250" b="1">
                <a:solidFill>
                  <a:srgbClr val="26182E"/>
                </a:solidFill>
                <a:latin typeface="Arial"/>
                <a:ea typeface="Arial"/>
                <a:cs typeface="Arial"/>
              </a:defRPr>
            </a:lvl9pPr>
          </a:lstStyle>
          <a:p>
            <a:pPr algn="ctr">
              <a:defRPr sz="2250" b="1">
                <a:solidFill>
                  <a:srgbClr val="26182E"/>
                </a:solidFill>
                <a:latin typeface="Arial"/>
                <a:ea typeface="Arial"/>
                <a:cs typeface="Arial"/>
              </a:defRPr>
            </a:pPr>
            <a:r>
              <a:rPr sz="2250" b="1">
                <a:solidFill>
                  <a:srgbClr val="26182E"/>
                </a:solidFill>
                <a:latin typeface="Arial"/>
                <a:ea typeface="Arial"/>
                <a:cs typeface="Arial"/>
              </a:rPr>
              <a:t>Price extraction coverage</a:t>
            </a:r>
          </a:p>
        </p:txBody>
      </p:sp>
      <p:sp>
        <p:nvSpPr>
          <p:cNvPr id="5" name="مستطيل 4">
            <a:extLst>
              <a:ext uri="{FF2B5EF4-FFF2-40B4-BE49-F238E27FC236}">
                <a16:creationId xmlns:a16="http://schemas.microsoft.com/office/drawing/2014/main" id="{75DD360A-4432-41D4-AEDA-407FAF62D48F}"/>
              </a:ext>
            </a:extLst>
          </p:cNvPr>
          <p:cNvSpPr>
            <a:spLocks noGrp="1"/>
          </p:cNvSpPr>
          <p:nvPr/>
        </p:nvSpPr>
        <p:spPr>
          <a:xfrm>
            <a:off x="5715000" y="1752600"/>
            <a:ext cx="5619750" cy="2571750"/>
          </a:xfrm>
          <a:prstGeom prst="rect">
            <a:avLst/>
          </a:prstGeom>
          <a:noFill/>
          <a:ln w="0">
            <a:noFill/>
          </a:ln>
        </p:spPr>
        <p:txBody>
          <a:bodyPr lIns="0" tIns="0" rIns="0" bIns="0" anchor="ctr"/>
          <a:lstStyle>
            <a:defPPr algn="l">
              <a:defRPr sz="2175" b="0">
                <a:solidFill>
                  <a:srgbClr val="26182E"/>
                </a:solidFill>
                <a:latin typeface="Arial"/>
                <a:ea typeface="Arial"/>
                <a:cs typeface="Arial"/>
              </a:defRPr>
            </a:defPPr>
            <a:lvl1pPr algn="l">
              <a:defRPr sz="2175" b="0">
                <a:solidFill>
                  <a:srgbClr val="26182E"/>
                </a:solidFill>
                <a:latin typeface="Arial"/>
                <a:ea typeface="Arial"/>
                <a:cs typeface="Arial"/>
              </a:defRPr>
            </a:lvl1pPr>
            <a:lvl2pPr algn="l">
              <a:defRPr sz="2175" b="0">
                <a:solidFill>
                  <a:srgbClr val="26182E"/>
                </a:solidFill>
                <a:latin typeface="Arial"/>
                <a:ea typeface="Arial"/>
                <a:cs typeface="Arial"/>
              </a:defRPr>
            </a:lvl2pPr>
            <a:lvl3pPr algn="l">
              <a:defRPr sz="2175" b="0">
                <a:solidFill>
                  <a:srgbClr val="26182E"/>
                </a:solidFill>
                <a:latin typeface="Arial"/>
                <a:ea typeface="Arial"/>
                <a:cs typeface="Arial"/>
              </a:defRPr>
            </a:lvl3pPr>
            <a:lvl4pPr algn="l">
              <a:defRPr sz="2175" b="0">
                <a:solidFill>
                  <a:srgbClr val="26182E"/>
                </a:solidFill>
                <a:latin typeface="Arial"/>
                <a:ea typeface="Arial"/>
                <a:cs typeface="Arial"/>
              </a:defRPr>
            </a:lvl4pPr>
            <a:lvl5pPr algn="l">
              <a:defRPr sz="2175" b="0">
                <a:solidFill>
                  <a:srgbClr val="26182E"/>
                </a:solidFill>
                <a:latin typeface="Arial"/>
                <a:ea typeface="Arial"/>
                <a:cs typeface="Arial"/>
              </a:defRPr>
            </a:lvl5pPr>
            <a:lvl6pPr algn="l">
              <a:defRPr sz="2175" b="0">
                <a:solidFill>
                  <a:srgbClr val="26182E"/>
                </a:solidFill>
                <a:latin typeface="Arial"/>
                <a:ea typeface="Arial"/>
                <a:cs typeface="Arial"/>
              </a:defRPr>
            </a:lvl6pPr>
            <a:lvl7pPr algn="l">
              <a:defRPr sz="2175" b="0">
                <a:solidFill>
                  <a:srgbClr val="26182E"/>
                </a:solidFill>
                <a:latin typeface="Arial"/>
                <a:ea typeface="Arial"/>
                <a:cs typeface="Arial"/>
              </a:defRPr>
            </a:lvl7pPr>
            <a:lvl8pPr algn="l">
              <a:defRPr sz="2175" b="0">
                <a:solidFill>
                  <a:srgbClr val="26182E"/>
                </a:solidFill>
                <a:latin typeface="Arial"/>
                <a:ea typeface="Arial"/>
                <a:cs typeface="Arial"/>
              </a:defRPr>
            </a:lvl8pPr>
            <a:lvl9pPr algn="l">
              <a:defRPr sz="2175" b="0">
                <a:solidFill>
                  <a:srgbClr val="26182E"/>
                </a:solidFill>
                <a:latin typeface="Arial"/>
                <a:ea typeface="Arial"/>
                <a:cs typeface="Arial"/>
              </a:defRPr>
            </a:lvl9pPr>
          </a:lstStyle>
          <a:p>
            <a:pPr algn="l">
              <a:defRPr sz="2175" b="0">
                <a:solidFill>
                  <a:srgbClr val="26182E"/>
                </a:solidFill>
                <a:latin typeface="Arial"/>
                <a:ea typeface="Arial"/>
                <a:cs typeface="Arial"/>
              </a:defRPr>
            </a:pPr>
            <a:r>
              <a:rPr sz="2175" b="0">
                <a:solidFill>
                  <a:srgbClr val="26182E"/>
                </a:solidFill>
                <a:latin typeface="Arial"/>
                <a:ea typeface="Arial"/>
                <a:cs typeface="Arial"/>
              </a:rPr>
              <a:t>Trim whitespace and standardize nulls</a:t>
            </a:r>
          </a:p>
          <a:p>
            <a:pPr algn="l">
              <a:defRPr sz="2175" b="0">
                <a:solidFill>
                  <a:srgbClr val="26182E"/>
                </a:solidFill>
                <a:latin typeface="Arial"/>
                <a:ea typeface="Arial"/>
                <a:cs typeface="Arial"/>
              </a:defRPr>
            </a:pPr>
            <a:r>
              <a:rPr sz="2175" b="0">
                <a:solidFill>
                  <a:srgbClr val="26182E"/>
                </a:solidFill>
                <a:latin typeface="Arial"/>
                <a:ea typeface="Arial"/>
                <a:cs typeface="Arial"/>
              </a:rPr>
              <a:t>Remove HTML from medical descriptions</a:t>
            </a:r>
          </a:p>
          <a:p>
            <a:pPr algn="l">
              <a:defRPr sz="2175" b="0">
                <a:solidFill>
                  <a:srgbClr val="26182E"/>
                </a:solidFill>
                <a:latin typeface="Arial"/>
                <a:ea typeface="Arial"/>
                <a:cs typeface="Arial"/>
              </a:defRPr>
            </a:pPr>
            <a:r>
              <a:rPr sz="2175" b="0">
                <a:solidFill>
                  <a:srgbClr val="26182E"/>
                </a:solidFill>
                <a:latin typeface="Arial"/>
                <a:ea typeface="Arial"/>
                <a:cs typeface="Arial"/>
              </a:rPr>
              <a:t>Normalize strength values</a:t>
            </a:r>
          </a:p>
          <a:p>
            <a:pPr algn="l">
              <a:defRPr sz="2175" b="0">
                <a:solidFill>
                  <a:srgbClr val="26182E"/>
                </a:solidFill>
                <a:latin typeface="Arial"/>
                <a:ea typeface="Arial"/>
                <a:cs typeface="Arial"/>
              </a:defRPr>
            </a:pPr>
            <a:r>
              <a:rPr sz="2175" b="0">
                <a:solidFill>
                  <a:srgbClr val="26182E"/>
                </a:solidFill>
                <a:latin typeface="Arial"/>
                <a:ea typeface="Arial"/>
                <a:cs typeface="Arial"/>
              </a:rPr>
              <a:t>Leave ambiguous prices missing</a:t>
            </a:r>
          </a:p>
        </p:txBody>
      </p:sp>
      <p:sp>
        <p:nvSpPr>
          <p:cNvPr id="6" name="مستطيل 5">
            <a:extLst>
              <a:ext uri="{FF2B5EF4-FFF2-40B4-BE49-F238E27FC236}">
                <a16:creationId xmlns:a16="http://schemas.microsoft.com/office/drawing/2014/main" id="{45E32341-9A70-464F-A56D-D639B256EB5F}"/>
              </a:ext>
            </a:extLst>
          </p:cNvPr>
          <p:cNvSpPr>
            <a:spLocks noGrp="1"/>
          </p:cNvSpPr>
          <p:nvPr/>
        </p:nvSpPr>
        <p:spPr>
          <a:xfrm>
            <a:off x="857250" y="4752975"/>
            <a:ext cx="10477500" cy="533400"/>
          </a:xfrm>
          <a:prstGeom prst="rect">
            <a:avLst/>
          </a:prstGeom>
          <a:noFill/>
          <a:ln w="0">
            <a:noFill/>
          </a:ln>
        </p:spPr>
        <p:txBody>
          <a:bodyPr lIns="0" tIns="0" rIns="0" bIns="0" anchor="ctr"/>
          <a:lstStyle>
            <a:defPPr algn="l">
              <a:defRPr sz="2550" b="1">
                <a:solidFill>
                  <a:srgbClr val="522D60"/>
                </a:solidFill>
                <a:latin typeface="Arial"/>
                <a:ea typeface="Arial"/>
                <a:cs typeface="Arial"/>
              </a:defRPr>
            </a:defPPr>
            <a:lvl1pPr algn="l">
              <a:defRPr sz="2550" b="1">
                <a:solidFill>
                  <a:srgbClr val="522D60"/>
                </a:solidFill>
                <a:latin typeface="Arial"/>
                <a:ea typeface="Arial"/>
                <a:cs typeface="Arial"/>
              </a:defRPr>
            </a:lvl1pPr>
            <a:lvl2pPr algn="l">
              <a:defRPr sz="2550" b="1">
                <a:solidFill>
                  <a:srgbClr val="522D60"/>
                </a:solidFill>
                <a:latin typeface="Arial"/>
                <a:ea typeface="Arial"/>
                <a:cs typeface="Arial"/>
              </a:defRPr>
            </a:lvl2pPr>
            <a:lvl3pPr algn="l">
              <a:defRPr sz="2550" b="1">
                <a:solidFill>
                  <a:srgbClr val="522D60"/>
                </a:solidFill>
                <a:latin typeface="Arial"/>
                <a:ea typeface="Arial"/>
                <a:cs typeface="Arial"/>
              </a:defRPr>
            </a:lvl3pPr>
            <a:lvl4pPr algn="l">
              <a:defRPr sz="2550" b="1">
                <a:solidFill>
                  <a:srgbClr val="522D60"/>
                </a:solidFill>
                <a:latin typeface="Arial"/>
                <a:ea typeface="Arial"/>
                <a:cs typeface="Arial"/>
              </a:defRPr>
            </a:lvl4pPr>
            <a:lvl5pPr algn="l">
              <a:defRPr sz="2550" b="1">
                <a:solidFill>
                  <a:srgbClr val="522D60"/>
                </a:solidFill>
                <a:latin typeface="Arial"/>
                <a:ea typeface="Arial"/>
                <a:cs typeface="Arial"/>
              </a:defRPr>
            </a:lvl5pPr>
            <a:lvl6pPr algn="l">
              <a:defRPr sz="2550" b="1">
                <a:solidFill>
                  <a:srgbClr val="522D60"/>
                </a:solidFill>
                <a:latin typeface="Arial"/>
                <a:ea typeface="Arial"/>
                <a:cs typeface="Arial"/>
              </a:defRPr>
            </a:lvl6pPr>
            <a:lvl7pPr algn="l">
              <a:defRPr sz="2550" b="1">
                <a:solidFill>
                  <a:srgbClr val="522D60"/>
                </a:solidFill>
                <a:latin typeface="Arial"/>
                <a:ea typeface="Arial"/>
                <a:cs typeface="Arial"/>
              </a:defRPr>
            </a:lvl7pPr>
            <a:lvl8pPr algn="l">
              <a:defRPr sz="2550" b="1">
                <a:solidFill>
                  <a:srgbClr val="522D60"/>
                </a:solidFill>
                <a:latin typeface="Arial"/>
                <a:ea typeface="Arial"/>
                <a:cs typeface="Arial"/>
              </a:defRPr>
            </a:lvl8pPr>
            <a:lvl9pPr algn="l">
              <a:defRPr sz="2550" b="1">
                <a:solidFill>
                  <a:srgbClr val="522D60"/>
                </a:solidFill>
                <a:latin typeface="Arial"/>
                <a:ea typeface="Arial"/>
                <a:cs typeface="Arial"/>
              </a:defRPr>
            </a:lvl9pPr>
          </a:lstStyle>
          <a:p>
            <a:pPr algn="l">
              <a:defRPr sz="2550" b="1">
                <a:solidFill>
                  <a:srgbClr val="522D60"/>
                </a:solidFill>
                <a:latin typeface="Arial"/>
                <a:ea typeface="Arial"/>
                <a:cs typeface="Arial"/>
              </a:defRPr>
            </a:pPr>
            <a:r>
              <a:rPr sz="2550" b="1">
                <a:solidFill>
                  <a:srgbClr val="522D60"/>
                </a:solidFill>
                <a:latin typeface="Arial"/>
                <a:ea typeface="Arial"/>
                <a:cs typeface="Arial"/>
              </a:rPr>
              <a:t>20,357 known prices out of 21,714 records</a:t>
            </a:r>
          </a:p>
        </p:txBody>
      </p:sp>
      <p:sp>
        <p:nvSpPr>
          <p:cNvPr id="7" name="مستطيل 6">
            <a:extLst>
              <a:ext uri="{FF2B5EF4-FFF2-40B4-BE49-F238E27FC236}">
                <a16:creationId xmlns:a16="http://schemas.microsoft.com/office/drawing/2014/main" id="{99A28C92-61E1-44A0-9925-70E4FF1AC4AC}"/>
              </a:ext>
            </a:extLst>
          </p:cNvPr>
          <p:cNvSpPr>
            <a:spLocks noGrp="1"/>
          </p:cNvSpPr>
          <p:nvPr/>
        </p:nvSpPr>
        <p:spPr>
          <a:xfrm>
            <a:off x="857250" y="5429250"/>
            <a:ext cx="10477500" cy="428625"/>
          </a:xfrm>
          <a:prstGeom prst="rect">
            <a:avLst/>
          </a:prstGeom>
          <a:noFill/>
          <a:ln w="0">
            <a:noFill/>
          </a:ln>
        </p:spPr>
        <p:txBody>
          <a:bodyPr lIns="0" tIns="0" rIns="0" bIns="0" anchor="ctr"/>
          <a:lstStyle>
            <a:defPPr algn="l">
              <a:defRPr sz="2025" b="0">
                <a:solidFill>
                  <a:srgbClr val="756C78"/>
                </a:solidFill>
                <a:latin typeface="Arial"/>
                <a:ea typeface="Arial"/>
                <a:cs typeface="Arial"/>
              </a:defRPr>
            </a:defPPr>
            <a:lvl1pPr algn="l">
              <a:defRPr sz="2025" b="0">
                <a:solidFill>
                  <a:srgbClr val="756C78"/>
                </a:solidFill>
                <a:latin typeface="Arial"/>
                <a:ea typeface="Arial"/>
                <a:cs typeface="Arial"/>
              </a:defRPr>
            </a:lvl1pPr>
            <a:lvl2pPr algn="l">
              <a:defRPr sz="2025" b="0">
                <a:solidFill>
                  <a:srgbClr val="756C78"/>
                </a:solidFill>
                <a:latin typeface="Arial"/>
                <a:ea typeface="Arial"/>
                <a:cs typeface="Arial"/>
              </a:defRPr>
            </a:lvl2pPr>
            <a:lvl3pPr algn="l">
              <a:defRPr sz="2025" b="0">
                <a:solidFill>
                  <a:srgbClr val="756C78"/>
                </a:solidFill>
                <a:latin typeface="Arial"/>
                <a:ea typeface="Arial"/>
                <a:cs typeface="Arial"/>
              </a:defRPr>
            </a:lvl3pPr>
            <a:lvl4pPr algn="l">
              <a:defRPr sz="2025" b="0">
                <a:solidFill>
                  <a:srgbClr val="756C78"/>
                </a:solidFill>
                <a:latin typeface="Arial"/>
                <a:ea typeface="Arial"/>
                <a:cs typeface="Arial"/>
              </a:defRPr>
            </a:lvl4pPr>
            <a:lvl5pPr algn="l">
              <a:defRPr sz="2025" b="0">
                <a:solidFill>
                  <a:srgbClr val="756C78"/>
                </a:solidFill>
                <a:latin typeface="Arial"/>
                <a:ea typeface="Arial"/>
                <a:cs typeface="Arial"/>
              </a:defRPr>
            </a:lvl5pPr>
            <a:lvl6pPr algn="l">
              <a:defRPr sz="2025" b="0">
                <a:solidFill>
                  <a:srgbClr val="756C78"/>
                </a:solidFill>
                <a:latin typeface="Arial"/>
                <a:ea typeface="Arial"/>
                <a:cs typeface="Arial"/>
              </a:defRPr>
            </a:lvl6pPr>
            <a:lvl7pPr algn="l">
              <a:defRPr sz="2025" b="0">
                <a:solidFill>
                  <a:srgbClr val="756C78"/>
                </a:solidFill>
                <a:latin typeface="Arial"/>
                <a:ea typeface="Arial"/>
                <a:cs typeface="Arial"/>
              </a:defRPr>
            </a:lvl7pPr>
            <a:lvl8pPr algn="l">
              <a:defRPr sz="2025" b="0">
                <a:solidFill>
                  <a:srgbClr val="756C78"/>
                </a:solidFill>
                <a:latin typeface="Arial"/>
                <a:ea typeface="Arial"/>
                <a:cs typeface="Arial"/>
              </a:defRPr>
            </a:lvl8pPr>
            <a:lvl9pPr algn="l">
              <a:defRPr sz="2025" b="0">
                <a:solidFill>
                  <a:srgbClr val="756C78"/>
                </a:solidFill>
                <a:latin typeface="Arial"/>
                <a:ea typeface="Arial"/>
                <a:cs typeface="Arial"/>
              </a:defRPr>
            </a:lvl9pPr>
          </a:lstStyle>
          <a:p>
            <a:pPr algn="l">
              <a:defRPr sz="2025" b="0">
                <a:solidFill>
                  <a:srgbClr val="756C78"/>
                </a:solidFill>
                <a:latin typeface="Arial"/>
                <a:ea typeface="Arial"/>
                <a:cs typeface="Arial"/>
              </a:defRPr>
            </a:pPr>
            <a:r>
              <a:rPr sz="2025" b="0">
                <a:solidFill>
                  <a:srgbClr val="756C78"/>
                </a:solidFill>
                <a:latin typeface="Arial"/>
                <a:ea typeface="Arial"/>
                <a:cs typeface="Arial"/>
              </a:rPr>
              <a:t>1,357 records without a clear numeric price</a:t>
            </a:r>
          </a:p>
        </p:txBody>
      </p:sp>
    </p:spTree>
    <p:extLst>
      <p:ext uri="{BB962C8B-B14F-4D97-AF65-F5344CB8AC3E}">
        <p14:creationId xmlns:p14="http://schemas.microsoft.com/office/powerpoint/2010/main" val="1086189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6" name="مستطيل 5">
            <a:extLst>
              <a:ext uri="{FF2B5EF4-FFF2-40B4-BE49-F238E27FC236}">
                <a16:creationId xmlns:a16="http://schemas.microsoft.com/office/drawing/2014/main" id="{3DC2DC2E-DE0D-4400-8E70-37FDC0C7876B}"/>
              </a:ext>
            </a:extLst>
          </p:cNvPr>
          <p:cNvSpPr>
            <a:spLocks noGrp="1"/>
          </p:cNvSpPr>
          <p:nvPr/>
        </p:nvSpPr>
        <p:spPr>
          <a:xfrm>
            <a:off x="685800" y="457200"/>
            <a:ext cx="10820400" cy="742950"/>
          </a:xfrm>
          <a:prstGeom prst="rect">
            <a:avLst/>
          </a:prstGeom>
          <a:noFill/>
          <a:ln w="0">
            <a:noFill/>
          </a:ln>
        </p:spPr>
        <p:txBody>
          <a:bodyPr lIns="0" tIns="0" rIns="0" bIns="0" anchor="ctr"/>
          <a:lstStyle>
            <a:defPPr algn="l">
              <a:defRPr sz="3300" b="1">
                <a:solidFill>
                  <a:srgbClr val="26182E"/>
                </a:solidFill>
                <a:latin typeface="Arial"/>
                <a:ea typeface="Arial"/>
                <a:cs typeface="Arial"/>
              </a:defRPr>
            </a:defPPr>
            <a:lvl1pPr algn="l">
              <a:defRPr sz="3300" b="1">
                <a:solidFill>
                  <a:srgbClr val="26182E"/>
                </a:solidFill>
                <a:latin typeface="Arial"/>
                <a:ea typeface="Arial"/>
                <a:cs typeface="Arial"/>
              </a:defRPr>
            </a:lvl1pPr>
            <a:lvl2pPr algn="l">
              <a:defRPr sz="3300" b="1">
                <a:solidFill>
                  <a:srgbClr val="26182E"/>
                </a:solidFill>
                <a:latin typeface="Arial"/>
                <a:ea typeface="Arial"/>
                <a:cs typeface="Arial"/>
              </a:defRPr>
            </a:lvl2pPr>
            <a:lvl3pPr algn="l">
              <a:defRPr sz="3300" b="1">
                <a:solidFill>
                  <a:srgbClr val="26182E"/>
                </a:solidFill>
                <a:latin typeface="Arial"/>
                <a:ea typeface="Arial"/>
                <a:cs typeface="Arial"/>
              </a:defRPr>
            </a:lvl3pPr>
            <a:lvl4pPr algn="l">
              <a:defRPr sz="3300" b="1">
                <a:solidFill>
                  <a:srgbClr val="26182E"/>
                </a:solidFill>
                <a:latin typeface="Arial"/>
                <a:ea typeface="Arial"/>
                <a:cs typeface="Arial"/>
              </a:defRPr>
            </a:lvl4pPr>
            <a:lvl5pPr algn="l">
              <a:defRPr sz="3300" b="1">
                <a:solidFill>
                  <a:srgbClr val="26182E"/>
                </a:solidFill>
                <a:latin typeface="Arial"/>
                <a:ea typeface="Arial"/>
                <a:cs typeface="Arial"/>
              </a:defRPr>
            </a:lvl5pPr>
            <a:lvl6pPr algn="l">
              <a:defRPr sz="3300" b="1">
                <a:solidFill>
                  <a:srgbClr val="26182E"/>
                </a:solidFill>
                <a:latin typeface="Arial"/>
                <a:ea typeface="Arial"/>
                <a:cs typeface="Arial"/>
              </a:defRPr>
            </a:lvl6pPr>
            <a:lvl7pPr algn="l">
              <a:defRPr sz="3300" b="1">
                <a:solidFill>
                  <a:srgbClr val="26182E"/>
                </a:solidFill>
                <a:latin typeface="Arial"/>
                <a:ea typeface="Arial"/>
                <a:cs typeface="Arial"/>
              </a:defRPr>
            </a:lvl7pPr>
            <a:lvl8pPr algn="l">
              <a:defRPr sz="3300" b="1">
                <a:solidFill>
                  <a:srgbClr val="26182E"/>
                </a:solidFill>
                <a:latin typeface="Arial"/>
                <a:ea typeface="Arial"/>
                <a:cs typeface="Arial"/>
              </a:defRPr>
            </a:lvl8pPr>
            <a:lvl9pPr algn="l">
              <a:defRPr sz="3300" b="1">
                <a:solidFill>
                  <a:srgbClr val="26182E"/>
                </a:solidFill>
                <a:latin typeface="Arial"/>
                <a:ea typeface="Arial"/>
                <a:cs typeface="Arial"/>
              </a:defRPr>
            </a:lvl9pPr>
          </a:lstStyle>
          <a:p>
            <a:pPr algn="l">
              <a:defRPr sz="3300" b="1">
                <a:solidFill>
                  <a:srgbClr val="26182E"/>
                </a:solidFill>
                <a:latin typeface="Arial"/>
                <a:ea typeface="Arial"/>
                <a:cs typeface="Arial"/>
              </a:defRPr>
            </a:pPr>
            <a:r>
              <a:rPr sz="3300" b="1">
                <a:solidFill>
                  <a:srgbClr val="26182E"/>
                </a:solidFill>
                <a:latin typeface="Arial"/>
                <a:ea typeface="Arial"/>
                <a:cs typeface="Arial"/>
              </a:rPr>
              <a:t>Package Description Parsing</a:t>
            </a:r>
          </a:p>
        </p:txBody>
      </p:sp>
      <p:sp>
        <p:nvSpPr>
          <p:cNvPr id="2" name="مستطيل 1">
            <a:extLst>
              <a:ext uri="{FF2B5EF4-FFF2-40B4-BE49-F238E27FC236}">
                <a16:creationId xmlns:a16="http://schemas.microsoft.com/office/drawing/2014/main" id="{C71D689E-12B5-4688-95EB-3231624BC3CB}"/>
              </a:ext>
            </a:extLst>
          </p:cNvPr>
          <p:cNvSpPr>
            <a:spLocks noGrp="1"/>
          </p:cNvSpPr>
          <p:nvPr/>
        </p:nvSpPr>
        <p:spPr>
          <a:xfrm>
            <a:off x="685800" y="6324600"/>
            <a:ext cx="476250" cy="209550"/>
          </a:xfrm>
          <a:prstGeom prst="rect">
            <a:avLst/>
          </a:prstGeom>
          <a:noFill/>
          <a:ln w="0">
            <a:noFill/>
          </a:ln>
        </p:spPr>
        <p:txBody>
          <a:bodyPr lIns="0" tIns="0" rIns="0" bIns="0" anchor="ctr"/>
          <a:lstStyle>
            <a:defPPr algn="l">
              <a:defRPr sz="1200" b="0">
                <a:solidFill>
                  <a:srgbClr val="756C78"/>
                </a:solidFill>
                <a:latin typeface="Arial"/>
                <a:ea typeface="Arial"/>
                <a:cs typeface="Arial"/>
              </a:defRPr>
            </a:defPPr>
            <a:lvl1pPr algn="l">
              <a:defRPr sz="1200" b="0">
                <a:solidFill>
                  <a:srgbClr val="756C78"/>
                </a:solidFill>
                <a:latin typeface="Arial"/>
                <a:ea typeface="Arial"/>
                <a:cs typeface="Arial"/>
              </a:defRPr>
            </a:lvl1pPr>
            <a:lvl2pPr algn="l">
              <a:defRPr sz="1200" b="0">
                <a:solidFill>
                  <a:srgbClr val="756C78"/>
                </a:solidFill>
                <a:latin typeface="Arial"/>
                <a:ea typeface="Arial"/>
                <a:cs typeface="Arial"/>
              </a:defRPr>
            </a:lvl2pPr>
            <a:lvl3pPr algn="l">
              <a:defRPr sz="1200" b="0">
                <a:solidFill>
                  <a:srgbClr val="756C78"/>
                </a:solidFill>
                <a:latin typeface="Arial"/>
                <a:ea typeface="Arial"/>
                <a:cs typeface="Arial"/>
              </a:defRPr>
            </a:lvl3pPr>
            <a:lvl4pPr algn="l">
              <a:defRPr sz="1200" b="0">
                <a:solidFill>
                  <a:srgbClr val="756C78"/>
                </a:solidFill>
                <a:latin typeface="Arial"/>
                <a:ea typeface="Arial"/>
                <a:cs typeface="Arial"/>
              </a:defRPr>
            </a:lvl4pPr>
            <a:lvl5pPr algn="l">
              <a:defRPr sz="1200" b="0">
                <a:solidFill>
                  <a:srgbClr val="756C78"/>
                </a:solidFill>
                <a:latin typeface="Arial"/>
                <a:ea typeface="Arial"/>
                <a:cs typeface="Arial"/>
              </a:defRPr>
            </a:lvl5pPr>
            <a:lvl6pPr algn="l">
              <a:defRPr sz="1200" b="0">
                <a:solidFill>
                  <a:srgbClr val="756C78"/>
                </a:solidFill>
                <a:latin typeface="Arial"/>
                <a:ea typeface="Arial"/>
                <a:cs typeface="Arial"/>
              </a:defRPr>
            </a:lvl6pPr>
            <a:lvl7pPr algn="l">
              <a:defRPr sz="1200" b="0">
                <a:solidFill>
                  <a:srgbClr val="756C78"/>
                </a:solidFill>
                <a:latin typeface="Arial"/>
                <a:ea typeface="Arial"/>
                <a:cs typeface="Arial"/>
              </a:defRPr>
            </a:lvl7pPr>
            <a:lvl8pPr algn="l">
              <a:defRPr sz="1200" b="0">
                <a:solidFill>
                  <a:srgbClr val="756C78"/>
                </a:solidFill>
                <a:latin typeface="Arial"/>
                <a:ea typeface="Arial"/>
                <a:cs typeface="Arial"/>
              </a:defRPr>
            </a:lvl8pPr>
            <a:lvl9pPr algn="l">
              <a:defRPr sz="1200" b="0">
                <a:solidFill>
                  <a:srgbClr val="756C78"/>
                </a:solidFill>
                <a:latin typeface="Arial"/>
                <a:ea typeface="Arial"/>
                <a:cs typeface="Arial"/>
              </a:defRPr>
            </a:lvl9pPr>
          </a:lstStyle>
          <a:p>
            <a:pPr algn="l">
              <a:defRPr sz="1200" b="0">
                <a:solidFill>
                  <a:srgbClr val="756C78"/>
                </a:solidFill>
                <a:latin typeface="Arial"/>
                <a:ea typeface="Arial"/>
                <a:cs typeface="Arial"/>
              </a:defRPr>
            </a:pPr>
            <a:r>
              <a:rPr sz="1200" b="0">
                <a:solidFill>
                  <a:srgbClr val="756C78"/>
                </a:solidFill>
                <a:latin typeface="Arial"/>
                <a:ea typeface="Arial"/>
                <a:cs typeface="Arial"/>
              </a:rPr>
              <a:t>06</a:t>
            </a:r>
          </a:p>
        </p:txBody>
      </p:sp>
      <p:sp>
        <p:nvSpPr>
          <p:cNvPr id="3" name="مستطيل 2">
            <a:extLst>
              <a:ext uri="{FF2B5EF4-FFF2-40B4-BE49-F238E27FC236}">
                <a16:creationId xmlns:a16="http://schemas.microsoft.com/office/drawing/2014/main" id="{3B30C978-0C43-40D8-9E62-EAC17FB44F9D}"/>
              </a:ext>
            </a:extLst>
          </p:cNvPr>
          <p:cNvSpPr>
            <a:spLocks noGrp="1"/>
          </p:cNvSpPr>
          <p:nvPr/>
        </p:nvSpPr>
        <p:spPr>
          <a:xfrm>
            <a:off x="857250" y="1685925"/>
            <a:ext cx="10477500" cy="857250"/>
          </a:xfrm>
          <a:prstGeom prst="rect">
            <a:avLst/>
          </a:prstGeom>
          <a:noFill/>
          <a:ln w="0">
            <a:noFill/>
          </a:ln>
        </p:spPr>
        <p:txBody>
          <a:bodyPr lIns="0" tIns="0" rIns="0" bIns="0" anchor="ctr"/>
          <a:lstStyle>
            <a:defPPr algn="l">
              <a:defRPr sz="2475" b="1">
                <a:solidFill>
                  <a:srgbClr val="522D60"/>
                </a:solidFill>
                <a:latin typeface="Arial"/>
                <a:ea typeface="Arial"/>
                <a:cs typeface="Arial"/>
              </a:defRPr>
            </a:defPPr>
            <a:lvl1pPr algn="l">
              <a:defRPr sz="2475" b="1">
                <a:solidFill>
                  <a:srgbClr val="522D60"/>
                </a:solidFill>
                <a:latin typeface="Arial"/>
                <a:ea typeface="Arial"/>
                <a:cs typeface="Arial"/>
              </a:defRPr>
            </a:lvl1pPr>
            <a:lvl2pPr algn="l">
              <a:defRPr sz="2475" b="1">
                <a:solidFill>
                  <a:srgbClr val="522D60"/>
                </a:solidFill>
                <a:latin typeface="Arial"/>
                <a:ea typeface="Arial"/>
                <a:cs typeface="Arial"/>
              </a:defRPr>
            </a:lvl2pPr>
            <a:lvl3pPr algn="l">
              <a:defRPr sz="2475" b="1">
                <a:solidFill>
                  <a:srgbClr val="522D60"/>
                </a:solidFill>
                <a:latin typeface="Arial"/>
                <a:ea typeface="Arial"/>
                <a:cs typeface="Arial"/>
              </a:defRPr>
            </a:lvl3pPr>
            <a:lvl4pPr algn="l">
              <a:defRPr sz="2475" b="1">
                <a:solidFill>
                  <a:srgbClr val="522D60"/>
                </a:solidFill>
                <a:latin typeface="Arial"/>
                <a:ea typeface="Arial"/>
                <a:cs typeface="Arial"/>
              </a:defRPr>
            </a:lvl4pPr>
            <a:lvl5pPr algn="l">
              <a:defRPr sz="2475" b="1">
                <a:solidFill>
                  <a:srgbClr val="522D60"/>
                </a:solidFill>
                <a:latin typeface="Arial"/>
                <a:ea typeface="Arial"/>
                <a:cs typeface="Arial"/>
              </a:defRPr>
            </a:lvl5pPr>
            <a:lvl6pPr algn="l">
              <a:defRPr sz="2475" b="1">
                <a:solidFill>
                  <a:srgbClr val="522D60"/>
                </a:solidFill>
                <a:latin typeface="Arial"/>
                <a:ea typeface="Arial"/>
                <a:cs typeface="Arial"/>
              </a:defRPr>
            </a:lvl6pPr>
            <a:lvl7pPr algn="l">
              <a:defRPr sz="2475" b="1">
                <a:solidFill>
                  <a:srgbClr val="522D60"/>
                </a:solidFill>
                <a:latin typeface="Arial"/>
                <a:ea typeface="Arial"/>
                <a:cs typeface="Arial"/>
              </a:defRPr>
            </a:lvl7pPr>
            <a:lvl8pPr algn="l">
              <a:defRPr sz="2475" b="1">
                <a:solidFill>
                  <a:srgbClr val="522D60"/>
                </a:solidFill>
                <a:latin typeface="Arial"/>
                <a:ea typeface="Arial"/>
                <a:cs typeface="Arial"/>
              </a:defRPr>
            </a:lvl8pPr>
            <a:lvl9pPr algn="l">
              <a:defRPr sz="2475" b="1">
                <a:solidFill>
                  <a:srgbClr val="522D60"/>
                </a:solidFill>
                <a:latin typeface="Arial"/>
                <a:ea typeface="Arial"/>
                <a:cs typeface="Arial"/>
              </a:defRPr>
            </a:lvl9pPr>
          </a:lstStyle>
          <a:p>
            <a:pPr algn="l">
              <a:defRPr sz="2475" b="1">
                <a:solidFill>
                  <a:srgbClr val="522D60"/>
                </a:solidFill>
                <a:latin typeface="Arial"/>
                <a:ea typeface="Arial"/>
                <a:cs typeface="Arial"/>
              </a:defRPr>
            </a:pPr>
            <a:r>
              <a:rPr sz="2475" b="1">
                <a:solidFill>
                  <a:srgbClr val="522D60"/>
                </a:solidFill>
                <a:latin typeface="Arial"/>
                <a:ea typeface="Arial"/>
                <a:cs typeface="Arial"/>
              </a:rPr>
              <a:t>Unit Price: BDT 6.00, (50’s pack: BDT 300.00)</a:t>
            </a:r>
          </a:p>
        </p:txBody>
      </p:sp>
      <p:graphicFrame>
        <p:nvGraphicFramePr>
          <p:cNvPr id="4" name="جدول 3">
            <a:extLst>
              <a:ext uri="{FF2B5EF4-FFF2-40B4-BE49-F238E27FC236}">
                <a16:creationId xmlns:a16="http://schemas.microsoft.com/office/drawing/2014/main" id="{EC97A769-881B-4E56-A17C-B640609CFFF1}"/>
              </a:ext>
            </a:extLst>
          </p:cNvPr>
          <p:cNvGraphicFramePr/>
          <p:nvPr/>
        </p:nvGraphicFramePr>
        <p:xfrm>
          <a:off x="762000" y="2952750"/>
          <a:ext cx="10668000" cy="2400300"/>
        </p:xfrm>
        <a:graphic>
          <a:graphicData uri="http://schemas.openxmlformats.org/drawingml/2006/table">
            <a:tbl>
              <a:tblPr/>
              <a:tblGrid>
                <a:gridCol w="4000500">
                  <a:extLst>
                    <a:ext uri="{9D8B030D-6E8A-4147-A177-3AD203B41FA5}">
                      <a16:colId xmlns:a16="http://schemas.microsoft.com/office/drawing/2014/main" val="20000"/>
                    </a:ext>
                  </a:extLst>
                </a:gridCol>
                <a:gridCol w="6667500">
                  <a:extLst>
                    <a:ext uri="{9D8B030D-6E8A-4147-A177-3AD203B41FA5}">
                      <a16:colId xmlns:a16="http://schemas.microsoft.com/office/drawing/2014/main" val="20001"/>
                    </a:ext>
                  </a:extLst>
                </a:gridCol>
              </a:tblGrid>
              <a:tr h="600075">
                <a:tc>
                  <a:txBody>
                    <a:bodyPr/>
                    <a:lstStyle/>
                    <a:p>
                      <a:pPr algn="l"/>
                      <a:r>
                        <a:rPr sz="1800" b="1">
                          <a:solidFill>
                            <a:srgbClr val="FFFFFF"/>
                          </a:solidFill>
                          <a:latin typeface="Arial"/>
                          <a:ea typeface="Arial"/>
                          <a:cs typeface="Arial"/>
                        </a:rPr>
                        <a:t>Value</a:t>
                      </a:r>
                    </a:p>
                  </a:txBody>
                  <a:tcPr anchor="ctr">
                    <a:solidFill>
                      <a:srgbClr val="522D60"/>
                    </a:solidFill>
                  </a:tcPr>
                </a:tc>
                <a:tc>
                  <a:txBody>
                    <a:bodyPr/>
                    <a:lstStyle/>
                    <a:p>
                      <a:pPr algn="l"/>
                      <a:r>
                        <a:rPr sz="1800" b="1">
                          <a:solidFill>
                            <a:srgbClr val="FFFFFF"/>
                          </a:solidFill>
                          <a:latin typeface="Arial"/>
                          <a:ea typeface="Arial"/>
                          <a:cs typeface="Arial"/>
                        </a:rPr>
                        <a:t>Field</a:t>
                      </a:r>
                    </a:p>
                  </a:txBody>
                  <a:tcPr anchor="ctr">
                    <a:solidFill>
                      <a:srgbClr val="522D60"/>
                    </a:solidFill>
                  </a:tcPr>
                </a:tc>
                <a:extLst>
                  <a:ext uri="{0D108BD9-81ED-4DB2-BD59-A6C34878D82A}">
                    <a16:rowId xmlns:a16="http://schemas.microsoft.com/office/drawing/2014/main" val="10000"/>
                  </a:ext>
                </a:extLst>
              </a:tr>
              <a:tr h="600075">
                <a:tc>
                  <a:txBody>
                    <a:bodyPr/>
                    <a:lstStyle/>
                    <a:p>
                      <a:pPr algn="l"/>
                      <a:r>
                        <a:rPr sz="1650" b="0">
                          <a:solidFill>
                            <a:srgbClr val="26182E"/>
                          </a:solidFill>
                          <a:latin typeface="Arial"/>
                          <a:ea typeface="Arial"/>
                          <a:cs typeface="Arial"/>
                        </a:rPr>
                        <a:t>6.00 BDT</a:t>
                      </a:r>
                    </a:p>
                  </a:txBody>
                  <a:tcPr anchor="ctr">
                    <a:solidFill>
                      <a:srgbClr val="F0EBF1"/>
                    </a:solidFill>
                  </a:tcPr>
                </a:tc>
                <a:tc>
                  <a:txBody>
                    <a:bodyPr/>
                    <a:lstStyle/>
                    <a:p>
                      <a:pPr algn="l"/>
                      <a:r>
                        <a:rPr sz="1650" b="0">
                          <a:solidFill>
                            <a:srgbClr val="26182E"/>
                          </a:solidFill>
                          <a:latin typeface="Arial"/>
                          <a:ea typeface="Arial"/>
                          <a:cs typeface="Arial"/>
                        </a:rPr>
                        <a:t>price</a:t>
                      </a:r>
                    </a:p>
                  </a:txBody>
                  <a:tcPr anchor="ctr">
                    <a:solidFill>
                      <a:srgbClr val="F0EBF1"/>
                    </a:solidFill>
                  </a:tcPr>
                </a:tc>
                <a:extLst>
                  <a:ext uri="{0D108BD9-81ED-4DB2-BD59-A6C34878D82A}">
                    <a16:rowId xmlns:a16="http://schemas.microsoft.com/office/drawing/2014/main" val="10001"/>
                  </a:ext>
                </a:extLst>
              </a:tr>
              <a:tr h="600075">
                <a:tc>
                  <a:txBody>
                    <a:bodyPr/>
                    <a:lstStyle/>
                    <a:p>
                      <a:pPr algn="l"/>
                      <a:r>
                        <a:rPr sz="1650" b="0">
                          <a:solidFill>
                            <a:srgbClr val="26182E"/>
                          </a:solidFill>
                          <a:latin typeface="Arial"/>
                          <a:ea typeface="Arial"/>
                          <a:cs typeface="Arial"/>
                        </a:rPr>
                        <a:t>300.00 BDT</a:t>
                      </a:r>
                    </a:p>
                  </a:txBody>
                  <a:tcPr anchor="ctr">
                    <a:solidFill>
                      <a:srgbClr val="FAF8F5"/>
                    </a:solidFill>
                  </a:tcPr>
                </a:tc>
                <a:tc>
                  <a:txBody>
                    <a:bodyPr/>
                    <a:lstStyle/>
                    <a:p>
                      <a:pPr algn="l"/>
                      <a:r>
                        <a:rPr sz="1650" b="0">
                          <a:solidFill>
                            <a:srgbClr val="26182E"/>
                          </a:solidFill>
                          <a:latin typeface="Arial"/>
                          <a:ea typeface="Arial"/>
                          <a:cs typeface="Arial"/>
                        </a:rPr>
                        <a:t>pack_price</a:t>
                      </a:r>
                    </a:p>
                  </a:txBody>
                  <a:tcPr anchor="ctr">
                    <a:solidFill>
                      <a:srgbClr val="FAF8F5"/>
                    </a:solidFill>
                  </a:tcPr>
                </a:tc>
                <a:extLst>
                  <a:ext uri="{0D108BD9-81ED-4DB2-BD59-A6C34878D82A}">
                    <a16:rowId xmlns:a16="http://schemas.microsoft.com/office/drawing/2014/main" val="10002"/>
                  </a:ext>
                </a:extLst>
              </a:tr>
              <a:tr h="600075">
                <a:tc>
                  <a:txBody>
                    <a:bodyPr/>
                    <a:lstStyle/>
                    <a:p>
                      <a:pPr algn="l"/>
                      <a:r>
                        <a:rPr sz="1650" b="0">
                          <a:solidFill>
                            <a:srgbClr val="26182E"/>
                          </a:solidFill>
                          <a:latin typeface="Arial"/>
                          <a:ea typeface="Arial"/>
                          <a:cs typeface="Arial"/>
                        </a:rPr>
                        <a:t>50</a:t>
                      </a:r>
                    </a:p>
                  </a:txBody>
                  <a:tcPr anchor="ctr">
                    <a:solidFill>
                      <a:srgbClr val="F0EBF1"/>
                    </a:solidFill>
                  </a:tcPr>
                </a:tc>
                <a:tc>
                  <a:txBody>
                    <a:bodyPr/>
                    <a:lstStyle/>
                    <a:p>
                      <a:pPr algn="l"/>
                      <a:r>
                        <a:rPr sz="1650" b="0">
                          <a:solidFill>
                            <a:srgbClr val="26182E"/>
                          </a:solidFill>
                          <a:latin typeface="Arial"/>
                          <a:ea typeface="Arial"/>
                          <a:cs typeface="Arial"/>
                        </a:rPr>
                        <a:t>pack_size</a:t>
                      </a:r>
                    </a:p>
                  </a:txBody>
                  <a:tcPr anchor="ctr">
                    <a:solidFill>
                      <a:srgbClr val="F0EBF1"/>
                    </a:solidFill>
                  </a:tcPr>
                </a:tc>
                <a:extLst>
                  <a:ext uri="{0D108BD9-81ED-4DB2-BD59-A6C34878D82A}">
                    <a16:rowId xmlns:a16="http://schemas.microsoft.com/office/drawing/2014/main" val="10003"/>
                  </a:ext>
                </a:extLst>
              </a:tr>
            </a:tbl>
          </a:graphicData>
        </a:graphic>
      </p:graphicFrame>
      <p:sp>
        <p:nvSpPr>
          <p:cNvPr id="5" name="مستطيل 4">
            <a:extLst>
              <a:ext uri="{FF2B5EF4-FFF2-40B4-BE49-F238E27FC236}">
                <a16:creationId xmlns:a16="http://schemas.microsoft.com/office/drawing/2014/main" id="{4A9C34DC-A67C-4BF2-8BF1-3F385DF9499F}"/>
              </a:ext>
            </a:extLst>
          </p:cNvPr>
          <p:cNvSpPr>
            <a:spLocks noGrp="1"/>
          </p:cNvSpPr>
          <p:nvPr/>
        </p:nvSpPr>
        <p:spPr>
          <a:xfrm>
            <a:off x="857250" y="5676900"/>
            <a:ext cx="10477500" cy="400050"/>
          </a:xfrm>
          <a:prstGeom prst="rect">
            <a:avLst/>
          </a:prstGeom>
          <a:noFill/>
          <a:ln w="0">
            <a:noFill/>
          </a:ln>
        </p:spPr>
        <p:txBody>
          <a:bodyPr lIns="0" tIns="0" rIns="0" bIns="0" anchor="ctr"/>
          <a:lstStyle>
            <a:defPPr algn="l">
              <a:defRPr sz="1875" b="0">
                <a:solidFill>
                  <a:srgbClr val="756C78"/>
                </a:solidFill>
                <a:latin typeface="Arial"/>
                <a:ea typeface="Arial"/>
                <a:cs typeface="Arial"/>
              </a:defRPr>
            </a:defPPr>
            <a:lvl1pPr algn="l">
              <a:defRPr sz="1875" b="0">
                <a:solidFill>
                  <a:srgbClr val="756C78"/>
                </a:solidFill>
                <a:latin typeface="Arial"/>
                <a:ea typeface="Arial"/>
                <a:cs typeface="Arial"/>
              </a:defRPr>
            </a:lvl1pPr>
            <a:lvl2pPr algn="l">
              <a:defRPr sz="1875" b="0">
                <a:solidFill>
                  <a:srgbClr val="756C78"/>
                </a:solidFill>
                <a:latin typeface="Arial"/>
                <a:ea typeface="Arial"/>
                <a:cs typeface="Arial"/>
              </a:defRPr>
            </a:lvl2pPr>
            <a:lvl3pPr algn="l">
              <a:defRPr sz="1875" b="0">
                <a:solidFill>
                  <a:srgbClr val="756C78"/>
                </a:solidFill>
                <a:latin typeface="Arial"/>
                <a:ea typeface="Arial"/>
                <a:cs typeface="Arial"/>
              </a:defRPr>
            </a:lvl3pPr>
            <a:lvl4pPr algn="l">
              <a:defRPr sz="1875" b="0">
                <a:solidFill>
                  <a:srgbClr val="756C78"/>
                </a:solidFill>
                <a:latin typeface="Arial"/>
                <a:ea typeface="Arial"/>
                <a:cs typeface="Arial"/>
              </a:defRPr>
            </a:lvl4pPr>
            <a:lvl5pPr algn="l">
              <a:defRPr sz="1875" b="0">
                <a:solidFill>
                  <a:srgbClr val="756C78"/>
                </a:solidFill>
                <a:latin typeface="Arial"/>
                <a:ea typeface="Arial"/>
                <a:cs typeface="Arial"/>
              </a:defRPr>
            </a:lvl5pPr>
            <a:lvl6pPr algn="l">
              <a:defRPr sz="1875" b="0">
                <a:solidFill>
                  <a:srgbClr val="756C78"/>
                </a:solidFill>
                <a:latin typeface="Arial"/>
                <a:ea typeface="Arial"/>
                <a:cs typeface="Arial"/>
              </a:defRPr>
            </a:lvl6pPr>
            <a:lvl7pPr algn="l">
              <a:defRPr sz="1875" b="0">
                <a:solidFill>
                  <a:srgbClr val="756C78"/>
                </a:solidFill>
                <a:latin typeface="Arial"/>
                <a:ea typeface="Arial"/>
                <a:cs typeface="Arial"/>
              </a:defRPr>
            </a:lvl7pPr>
            <a:lvl8pPr algn="l">
              <a:defRPr sz="1875" b="0">
                <a:solidFill>
                  <a:srgbClr val="756C78"/>
                </a:solidFill>
                <a:latin typeface="Arial"/>
                <a:ea typeface="Arial"/>
                <a:cs typeface="Arial"/>
              </a:defRPr>
            </a:lvl8pPr>
            <a:lvl9pPr algn="l">
              <a:defRPr sz="1875" b="0">
                <a:solidFill>
                  <a:srgbClr val="756C78"/>
                </a:solidFill>
                <a:latin typeface="Arial"/>
                <a:ea typeface="Arial"/>
                <a:cs typeface="Arial"/>
              </a:defRPr>
            </a:lvl9pPr>
          </a:lstStyle>
          <a:p>
            <a:pPr algn="l">
              <a:defRPr sz="1875" b="0">
                <a:solidFill>
                  <a:srgbClr val="756C78"/>
                </a:solidFill>
                <a:latin typeface="Arial"/>
                <a:ea typeface="Arial"/>
                <a:cs typeface="Arial"/>
              </a:defRPr>
            </a:pPr>
            <a:r>
              <a:rPr sz="1875" b="0">
                <a:solidFill>
                  <a:srgbClr val="756C78"/>
                </a:solidFill>
                <a:latin typeface="Arial"/>
                <a:ea typeface="Arial"/>
                <a:cs typeface="Arial"/>
              </a:rPr>
              <a:t>Descriptions with multiple sizes and conflicting prices remain unpriced</a:t>
            </a:r>
          </a:p>
        </p:txBody>
      </p:sp>
    </p:spTree>
    <p:extLst>
      <p:ext uri="{BB962C8B-B14F-4D97-AF65-F5344CB8AC3E}">
        <p14:creationId xmlns:p14="http://schemas.microsoft.com/office/powerpoint/2010/main" val="2233248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6" name="مستطيل 5">
            <a:extLst>
              <a:ext uri="{FF2B5EF4-FFF2-40B4-BE49-F238E27FC236}">
                <a16:creationId xmlns:a16="http://schemas.microsoft.com/office/drawing/2014/main" id="{978688F7-9254-45CB-970D-B8C3BF6A0F1B}"/>
              </a:ext>
            </a:extLst>
          </p:cNvPr>
          <p:cNvSpPr>
            <a:spLocks noGrp="1"/>
          </p:cNvSpPr>
          <p:nvPr/>
        </p:nvSpPr>
        <p:spPr>
          <a:xfrm>
            <a:off x="685800" y="457200"/>
            <a:ext cx="10820400" cy="742950"/>
          </a:xfrm>
          <a:prstGeom prst="rect">
            <a:avLst/>
          </a:prstGeom>
          <a:noFill/>
          <a:ln w="0">
            <a:noFill/>
          </a:ln>
        </p:spPr>
        <p:txBody>
          <a:bodyPr lIns="0" tIns="0" rIns="0" bIns="0" anchor="ctr"/>
          <a:lstStyle>
            <a:defPPr algn="l">
              <a:defRPr sz="3300" b="1">
                <a:solidFill>
                  <a:srgbClr val="26182E"/>
                </a:solidFill>
                <a:latin typeface="Arial"/>
                <a:ea typeface="Arial"/>
                <a:cs typeface="Arial"/>
              </a:defRPr>
            </a:defPPr>
            <a:lvl1pPr algn="l">
              <a:defRPr sz="3300" b="1">
                <a:solidFill>
                  <a:srgbClr val="26182E"/>
                </a:solidFill>
                <a:latin typeface="Arial"/>
                <a:ea typeface="Arial"/>
                <a:cs typeface="Arial"/>
              </a:defRPr>
            </a:lvl1pPr>
            <a:lvl2pPr algn="l">
              <a:defRPr sz="3300" b="1">
                <a:solidFill>
                  <a:srgbClr val="26182E"/>
                </a:solidFill>
                <a:latin typeface="Arial"/>
                <a:ea typeface="Arial"/>
                <a:cs typeface="Arial"/>
              </a:defRPr>
            </a:lvl2pPr>
            <a:lvl3pPr algn="l">
              <a:defRPr sz="3300" b="1">
                <a:solidFill>
                  <a:srgbClr val="26182E"/>
                </a:solidFill>
                <a:latin typeface="Arial"/>
                <a:ea typeface="Arial"/>
                <a:cs typeface="Arial"/>
              </a:defRPr>
            </a:lvl3pPr>
            <a:lvl4pPr algn="l">
              <a:defRPr sz="3300" b="1">
                <a:solidFill>
                  <a:srgbClr val="26182E"/>
                </a:solidFill>
                <a:latin typeface="Arial"/>
                <a:ea typeface="Arial"/>
                <a:cs typeface="Arial"/>
              </a:defRPr>
            </a:lvl4pPr>
            <a:lvl5pPr algn="l">
              <a:defRPr sz="3300" b="1">
                <a:solidFill>
                  <a:srgbClr val="26182E"/>
                </a:solidFill>
                <a:latin typeface="Arial"/>
                <a:ea typeface="Arial"/>
                <a:cs typeface="Arial"/>
              </a:defRPr>
            </a:lvl5pPr>
            <a:lvl6pPr algn="l">
              <a:defRPr sz="3300" b="1">
                <a:solidFill>
                  <a:srgbClr val="26182E"/>
                </a:solidFill>
                <a:latin typeface="Arial"/>
                <a:ea typeface="Arial"/>
                <a:cs typeface="Arial"/>
              </a:defRPr>
            </a:lvl6pPr>
            <a:lvl7pPr algn="l">
              <a:defRPr sz="3300" b="1">
                <a:solidFill>
                  <a:srgbClr val="26182E"/>
                </a:solidFill>
                <a:latin typeface="Arial"/>
                <a:ea typeface="Arial"/>
                <a:cs typeface="Arial"/>
              </a:defRPr>
            </a:lvl7pPr>
            <a:lvl8pPr algn="l">
              <a:defRPr sz="3300" b="1">
                <a:solidFill>
                  <a:srgbClr val="26182E"/>
                </a:solidFill>
                <a:latin typeface="Arial"/>
                <a:ea typeface="Arial"/>
                <a:cs typeface="Arial"/>
              </a:defRPr>
            </a:lvl8pPr>
            <a:lvl9pPr algn="l">
              <a:defRPr sz="3300" b="1">
                <a:solidFill>
                  <a:srgbClr val="26182E"/>
                </a:solidFill>
                <a:latin typeface="Arial"/>
                <a:ea typeface="Arial"/>
                <a:cs typeface="Arial"/>
              </a:defRPr>
            </a:lvl9pPr>
          </a:lstStyle>
          <a:p>
            <a:pPr algn="l">
              <a:defRPr sz="3300" b="1">
                <a:solidFill>
                  <a:srgbClr val="26182E"/>
                </a:solidFill>
                <a:latin typeface="Arial"/>
                <a:ea typeface="Arial"/>
                <a:cs typeface="Arial"/>
              </a:defRPr>
            </a:pPr>
            <a:r>
              <a:rPr sz="3300" b="1">
                <a:solidFill>
                  <a:srgbClr val="26182E"/>
                </a:solidFill>
                <a:latin typeface="Arial"/>
                <a:ea typeface="Arial"/>
                <a:cs typeface="Arial"/>
              </a:rPr>
              <a:t>Relational Database Model</a:t>
            </a:r>
          </a:p>
        </p:txBody>
      </p:sp>
      <p:sp>
        <p:nvSpPr>
          <p:cNvPr id="2" name="مستطيل 1">
            <a:extLst>
              <a:ext uri="{FF2B5EF4-FFF2-40B4-BE49-F238E27FC236}">
                <a16:creationId xmlns:a16="http://schemas.microsoft.com/office/drawing/2014/main" id="{4F05B725-35BD-4CE5-A99A-8ACB9323C97E}"/>
              </a:ext>
            </a:extLst>
          </p:cNvPr>
          <p:cNvSpPr>
            <a:spLocks noGrp="1"/>
          </p:cNvSpPr>
          <p:nvPr/>
        </p:nvSpPr>
        <p:spPr>
          <a:xfrm>
            <a:off x="685800" y="6324600"/>
            <a:ext cx="476250" cy="209550"/>
          </a:xfrm>
          <a:prstGeom prst="rect">
            <a:avLst/>
          </a:prstGeom>
          <a:noFill/>
          <a:ln w="0">
            <a:noFill/>
          </a:ln>
        </p:spPr>
        <p:txBody>
          <a:bodyPr lIns="0" tIns="0" rIns="0" bIns="0" anchor="ctr"/>
          <a:lstStyle>
            <a:defPPr algn="l">
              <a:defRPr sz="1200" b="0">
                <a:solidFill>
                  <a:srgbClr val="756C78"/>
                </a:solidFill>
                <a:latin typeface="Arial"/>
                <a:ea typeface="Arial"/>
                <a:cs typeface="Arial"/>
              </a:defRPr>
            </a:defPPr>
            <a:lvl1pPr algn="l">
              <a:defRPr sz="1200" b="0">
                <a:solidFill>
                  <a:srgbClr val="756C78"/>
                </a:solidFill>
                <a:latin typeface="Arial"/>
                <a:ea typeface="Arial"/>
                <a:cs typeface="Arial"/>
              </a:defRPr>
            </a:lvl1pPr>
            <a:lvl2pPr algn="l">
              <a:defRPr sz="1200" b="0">
                <a:solidFill>
                  <a:srgbClr val="756C78"/>
                </a:solidFill>
                <a:latin typeface="Arial"/>
                <a:ea typeface="Arial"/>
                <a:cs typeface="Arial"/>
              </a:defRPr>
            </a:lvl2pPr>
            <a:lvl3pPr algn="l">
              <a:defRPr sz="1200" b="0">
                <a:solidFill>
                  <a:srgbClr val="756C78"/>
                </a:solidFill>
                <a:latin typeface="Arial"/>
                <a:ea typeface="Arial"/>
                <a:cs typeface="Arial"/>
              </a:defRPr>
            </a:lvl3pPr>
            <a:lvl4pPr algn="l">
              <a:defRPr sz="1200" b="0">
                <a:solidFill>
                  <a:srgbClr val="756C78"/>
                </a:solidFill>
                <a:latin typeface="Arial"/>
                <a:ea typeface="Arial"/>
                <a:cs typeface="Arial"/>
              </a:defRPr>
            </a:lvl4pPr>
            <a:lvl5pPr algn="l">
              <a:defRPr sz="1200" b="0">
                <a:solidFill>
                  <a:srgbClr val="756C78"/>
                </a:solidFill>
                <a:latin typeface="Arial"/>
                <a:ea typeface="Arial"/>
                <a:cs typeface="Arial"/>
              </a:defRPr>
            </a:lvl5pPr>
            <a:lvl6pPr algn="l">
              <a:defRPr sz="1200" b="0">
                <a:solidFill>
                  <a:srgbClr val="756C78"/>
                </a:solidFill>
                <a:latin typeface="Arial"/>
                <a:ea typeface="Arial"/>
                <a:cs typeface="Arial"/>
              </a:defRPr>
            </a:lvl6pPr>
            <a:lvl7pPr algn="l">
              <a:defRPr sz="1200" b="0">
                <a:solidFill>
                  <a:srgbClr val="756C78"/>
                </a:solidFill>
                <a:latin typeface="Arial"/>
                <a:ea typeface="Arial"/>
                <a:cs typeface="Arial"/>
              </a:defRPr>
            </a:lvl7pPr>
            <a:lvl8pPr algn="l">
              <a:defRPr sz="1200" b="0">
                <a:solidFill>
                  <a:srgbClr val="756C78"/>
                </a:solidFill>
                <a:latin typeface="Arial"/>
                <a:ea typeface="Arial"/>
                <a:cs typeface="Arial"/>
              </a:defRPr>
            </a:lvl8pPr>
            <a:lvl9pPr algn="l">
              <a:defRPr sz="1200" b="0">
                <a:solidFill>
                  <a:srgbClr val="756C78"/>
                </a:solidFill>
                <a:latin typeface="Arial"/>
                <a:ea typeface="Arial"/>
                <a:cs typeface="Arial"/>
              </a:defRPr>
            </a:lvl9pPr>
          </a:lstStyle>
          <a:p>
            <a:pPr algn="l">
              <a:defRPr sz="1200" b="0">
                <a:solidFill>
                  <a:srgbClr val="756C78"/>
                </a:solidFill>
                <a:latin typeface="Arial"/>
                <a:ea typeface="Arial"/>
                <a:cs typeface="Arial"/>
              </a:defRPr>
            </a:pPr>
            <a:r>
              <a:rPr sz="1200" b="0">
                <a:solidFill>
                  <a:srgbClr val="756C78"/>
                </a:solidFill>
                <a:latin typeface="Arial"/>
                <a:ea typeface="Arial"/>
                <a:cs typeface="Arial"/>
              </a:rPr>
              <a:t>07</a:t>
            </a:r>
          </a:p>
        </p:txBody>
      </p:sp>
      <p:graphicFrame>
        <p:nvGraphicFramePr>
          <p:cNvPr id="3" name="جدول 2">
            <a:extLst>
              <a:ext uri="{FF2B5EF4-FFF2-40B4-BE49-F238E27FC236}">
                <a16:creationId xmlns:a16="http://schemas.microsoft.com/office/drawing/2014/main" id="{C8C9FD0F-4731-4BB7-8AF8-3E1407ACB1D6}"/>
              </a:ext>
            </a:extLst>
          </p:cNvPr>
          <p:cNvGraphicFramePr/>
          <p:nvPr/>
        </p:nvGraphicFramePr>
        <p:xfrm>
          <a:off x="762000" y="1619250"/>
          <a:ext cx="10668000" cy="3333750"/>
        </p:xfrm>
        <a:graphic>
          <a:graphicData uri="http://schemas.openxmlformats.org/drawingml/2006/table">
            <a:tbl>
              <a:tblPr/>
              <a:tblGrid>
                <a:gridCol w="171450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55625">
                <a:tc>
                  <a:txBody>
                    <a:bodyPr/>
                    <a:lstStyle/>
                    <a:p>
                      <a:pPr algn="l"/>
                      <a:r>
                        <a:rPr sz="1800" b="1">
                          <a:solidFill>
                            <a:srgbClr val="FFFFFF"/>
                          </a:solidFill>
                          <a:latin typeface="Arial"/>
                          <a:ea typeface="Arial"/>
                          <a:cs typeface="Arial"/>
                        </a:rPr>
                        <a:t>Relationship</a:t>
                      </a:r>
                    </a:p>
                  </a:txBody>
                  <a:tcPr anchor="ctr">
                    <a:solidFill>
                      <a:srgbClr val="522D60"/>
                    </a:solidFill>
                  </a:tcPr>
                </a:tc>
                <a:tc>
                  <a:txBody>
                    <a:bodyPr/>
                    <a:lstStyle/>
                    <a:p>
                      <a:pPr algn="l"/>
                      <a:r>
                        <a:rPr sz="1800" b="1">
                          <a:solidFill>
                            <a:srgbClr val="FFFFFF"/>
                          </a:solidFill>
                          <a:latin typeface="Arial"/>
                          <a:ea typeface="Arial"/>
                          <a:cs typeface="Arial"/>
                        </a:rPr>
                        <a:t>Parent table</a:t>
                      </a:r>
                    </a:p>
                  </a:txBody>
                  <a:tcPr anchor="ctr">
                    <a:solidFill>
                      <a:srgbClr val="522D60"/>
                    </a:solidFill>
                  </a:tcPr>
                </a:tc>
                <a:tc>
                  <a:txBody>
                    <a:bodyPr/>
                    <a:lstStyle/>
                    <a:p>
                      <a:pPr algn="l"/>
                      <a:r>
                        <a:rPr sz="1800" b="1">
                          <a:solidFill>
                            <a:srgbClr val="FFFFFF"/>
                          </a:solidFill>
                          <a:latin typeface="Arial"/>
                          <a:ea typeface="Arial"/>
                          <a:cs typeface="Arial"/>
                        </a:rPr>
                        <a:t>Child table</a:t>
                      </a:r>
                    </a:p>
                  </a:txBody>
                  <a:tcPr anchor="ctr">
                    <a:solidFill>
                      <a:srgbClr val="522D60"/>
                    </a:solidFill>
                  </a:tcPr>
                </a:tc>
                <a:extLst>
                  <a:ext uri="{0D108BD9-81ED-4DB2-BD59-A6C34878D82A}">
                    <a16:rowId xmlns:a16="http://schemas.microsoft.com/office/drawing/2014/main" val="10000"/>
                  </a:ext>
                </a:extLst>
              </a:tr>
              <a:tr h="555625">
                <a:tc>
                  <a:txBody>
                    <a:bodyPr/>
                    <a:lstStyle/>
                    <a:p>
                      <a:pPr algn="l"/>
                      <a:r>
                        <a:rPr sz="1650" b="0">
                          <a:solidFill>
                            <a:srgbClr val="26182E"/>
                          </a:solidFill>
                          <a:latin typeface="Arial"/>
                          <a:ea typeface="Arial"/>
                          <a:cs typeface="Arial"/>
                        </a:rPr>
                        <a:t>1 : N</a:t>
                      </a:r>
                    </a:p>
                  </a:txBody>
                  <a:tcPr anchor="ctr">
                    <a:solidFill>
                      <a:srgbClr val="F0EBF1"/>
                    </a:solidFill>
                  </a:tcPr>
                </a:tc>
                <a:tc>
                  <a:txBody>
                    <a:bodyPr/>
                    <a:lstStyle/>
                    <a:p>
                      <a:pPr algn="l"/>
                      <a:r>
                        <a:rPr sz="1650" b="0">
                          <a:solidFill>
                            <a:srgbClr val="26182E"/>
                          </a:solidFill>
                          <a:latin typeface="Arial"/>
                          <a:ea typeface="Arial"/>
                          <a:cs typeface="Arial"/>
                        </a:rPr>
                        <a:t>manufacturers</a:t>
                      </a:r>
                    </a:p>
                  </a:txBody>
                  <a:tcPr anchor="ctr">
                    <a:solidFill>
                      <a:srgbClr val="F0EBF1"/>
                    </a:solidFill>
                  </a:tcPr>
                </a:tc>
                <a:tc>
                  <a:txBody>
                    <a:bodyPr/>
                    <a:lstStyle/>
                    <a:p>
                      <a:pPr algn="l"/>
                      <a:r>
                        <a:rPr sz="1650" b="0">
                          <a:solidFill>
                            <a:srgbClr val="26182E"/>
                          </a:solidFill>
                          <a:latin typeface="Arial"/>
                          <a:ea typeface="Arial"/>
                          <a:cs typeface="Arial"/>
                        </a:rPr>
                        <a:t>medicines</a:t>
                      </a:r>
                    </a:p>
                  </a:txBody>
                  <a:tcPr anchor="ctr">
                    <a:solidFill>
                      <a:srgbClr val="F0EBF1"/>
                    </a:solidFill>
                  </a:tcPr>
                </a:tc>
                <a:extLst>
                  <a:ext uri="{0D108BD9-81ED-4DB2-BD59-A6C34878D82A}">
                    <a16:rowId xmlns:a16="http://schemas.microsoft.com/office/drawing/2014/main" val="10001"/>
                  </a:ext>
                </a:extLst>
              </a:tr>
              <a:tr h="555625">
                <a:tc>
                  <a:txBody>
                    <a:bodyPr/>
                    <a:lstStyle/>
                    <a:p>
                      <a:pPr algn="l"/>
                      <a:r>
                        <a:rPr sz="1650" b="0">
                          <a:solidFill>
                            <a:srgbClr val="26182E"/>
                          </a:solidFill>
                          <a:latin typeface="Arial"/>
                          <a:ea typeface="Arial"/>
                          <a:cs typeface="Arial"/>
                        </a:rPr>
                        <a:t>1 : N</a:t>
                      </a:r>
                    </a:p>
                  </a:txBody>
                  <a:tcPr anchor="ctr">
                    <a:solidFill>
                      <a:srgbClr val="FAF8F5"/>
                    </a:solidFill>
                  </a:tcPr>
                </a:tc>
                <a:tc>
                  <a:txBody>
                    <a:bodyPr/>
                    <a:lstStyle/>
                    <a:p>
                      <a:pPr algn="l"/>
                      <a:r>
                        <a:rPr sz="1650" b="0">
                          <a:solidFill>
                            <a:srgbClr val="26182E"/>
                          </a:solidFill>
                          <a:latin typeface="Arial"/>
                          <a:ea typeface="Arial"/>
                          <a:cs typeface="Arial"/>
                        </a:rPr>
                        <a:t>dosage_forms</a:t>
                      </a:r>
                    </a:p>
                  </a:txBody>
                  <a:tcPr anchor="ctr">
                    <a:solidFill>
                      <a:srgbClr val="FAF8F5"/>
                    </a:solidFill>
                  </a:tcPr>
                </a:tc>
                <a:tc>
                  <a:txBody>
                    <a:bodyPr/>
                    <a:lstStyle/>
                    <a:p>
                      <a:pPr algn="l"/>
                      <a:r>
                        <a:rPr sz="1650" b="0">
                          <a:solidFill>
                            <a:srgbClr val="26182E"/>
                          </a:solidFill>
                          <a:latin typeface="Arial"/>
                          <a:ea typeface="Arial"/>
                          <a:cs typeface="Arial"/>
                        </a:rPr>
                        <a:t>medicines</a:t>
                      </a:r>
                    </a:p>
                  </a:txBody>
                  <a:tcPr anchor="ctr">
                    <a:solidFill>
                      <a:srgbClr val="FAF8F5"/>
                    </a:solidFill>
                  </a:tcPr>
                </a:tc>
                <a:extLst>
                  <a:ext uri="{0D108BD9-81ED-4DB2-BD59-A6C34878D82A}">
                    <a16:rowId xmlns:a16="http://schemas.microsoft.com/office/drawing/2014/main" val="10002"/>
                  </a:ext>
                </a:extLst>
              </a:tr>
              <a:tr h="555625">
                <a:tc>
                  <a:txBody>
                    <a:bodyPr/>
                    <a:lstStyle/>
                    <a:p>
                      <a:pPr algn="l"/>
                      <a:r>
                        <a:rPr sz="1650" b="0">
                          <a:solidFill>
                            <a:srgbClr val="26182E"/>
                          </a:solidFill>
                          <a:latin typeface="Arial"/>
                          <a:ea typeface="Arial"/>
                          <a:cs typeface="Arial"/>
                        </a:rPr>
                        <a:t>1 : N</a:t>
                      </a:r>
                    </a:p>
                  </a:txBody>
                  <a:tcPr anchor="ctr">
                    <a:solidFill>
                      <a:srgbClr val="F0EBF1"/>
                    </a:solidFill>
                  </a:tcPr>
                </a:tc>
                <a:tc>
                  <a:txBody>
                    <a:bodyPr/>
                    <a:lstStyle/>
                    <a:p>
                      <a:pPr algn="l"/>
                      <a:r>
                        <a:rPr sz="1650" b="0">
                          <a:solidFill>
                            <a:srgbClr val="26182E"/>
                          </a:solidFill>
                          <a:latin typeface="Arial"/>
                          <a:ea typeface="Arial"/>
                          <a:cs typeface="Arial"/>
                        </a:rPr>
                        <a:t>generics</a:t>
                      </a:r>
                    </a:p>
                  </a:txBody>
                  <a:tcPr anchor="ctr">
                    <a:solidFill>
                      <a:srgbClr val="F0EBF1"/>
                    </a:solidFill>
                  </a:tcPr>
                </a:tc>
                <a:tc>
                  <a:txBody>
                    <a:bodyPr/>
                    <a:lstStyle/>
                    <a:p>
                      <a:pPr algn="l"/>
                      <a:r>
                        <a:rPr sz="1650" b="0">
                          <a:solidFill>
                            <a:srgbClr val="26182E"/>
                          </a:solidFill>
                          <a:latin typeface="Arial"/>
                          <a:ea typeface="Arial"/>
                          <a:cs typeface="Arial"/>
                        </a:rPr>
                        <a:t>medicines</a:t>
                      </a:r>
                    </a:p>
                  </a:txBody>
                  <a:tcPr anchor="ctr">
                    <a:solidFill>
                      <a:srgbClr val="F0EBF1"/>
                    </a:solidFill>
                  </a:tcPr>
                </a:tc>
                <a:extLst>
                  <a:ext uri="{0D108BD9-81ED-4DB2-BD59-A6C34878D82A}">
                    <a16:rowId xmlns:a16="http://schemas.microsoft.com/office/drawing/2014/main" val="10003"/>
                  </a:ext>
                </a:extLst>
              </a:tr>
              <a:tr h="555625">
                <a:tc>
                  <a:txBody>
                    <a:bodyPr/>
                    <a:lstStyle/>
                    <a:p>
                      <a:pPr algn="l"/>
                      <a:r>
                        <a:rPr sz="1650" b="0">
                          <a:solidFill>
                            <a:srgbClr val="26182E"/>
                          </a:solidFill>
                          <a:latin typeface="Arial"/>
                          <a:ea typeface="Arial"/>
                          <a:cs typeface="Arial"/>
                        </a:rPr>
                        <a:t>1 : N</a:t>
                      </a:r>
                    </a:p>
                  </a:txBody>
                  <a:tcPr anchor="ctr">
                    <a:solidFill>
                      <a:srgbClr val="FAF8F5"/>
                    </a:solidFill>
                  </a:tcPr>
                </a:tc>
                <a:tc>
                  <a:txBody>
                    <a:bodyPr/>
                    <a:lstStyle/>
                    <a:p>
                      <a:pPr algn="l"/>
                      <a:r>
                        <a:rPr sz="1650" b="0">
                          <a:solidFill>
                            <a:srgbClr val="26182E"/>
                          </a:solidFill>
                          <a:latin typeface="Arial"/>
                          <a:ea typeface="Arial"/>
                          <a:cs typeface="Arial"/>
                        </a:rPr>
                        <a:t>drug_classes</a:t>
                      </a:r>
                    </a:p>
                  </a:txBody>
                  <a:tcPr anchor="ctr">
                    <a:solidFill>
                      <a:srgbClr val="FAF8F5"/>
                    </a:solidFill>
                  </a:tcPr>
                </a:tc>
                <a:tc>
                  <a:txBody>
                    <a:bodyPr/>
                    <a:lstStyle/>
                    <a:p>
                      <a:pPr algn="l"/>
                      <a:r>
                        <a:rPr sz="1650" b="0">
                          <a:solidFill>
                            <a:srgbClr val="26182E"/>
                          </a:solidFill>
                          <a:latin typeface="Arial"/>
                          <a:ea typeface="Arial"/>
                          <a:cs typeface="Arial"/>
                        </a:rPr>
                        <a:t>generics</a:t>
                      </a:r>
                    </a:p>
                  </a:txBody>
                  <a:tcPr anchor="ctr">
                    <a:solidFill>
                      <a:srgbClr val="FAF8F5"/>
                    </a:solidFill>
                  </a:tcPr>
                </a:tc>
                <a:extLst>
                  <a:ext uri="{0D108BD9-81ED-4DB2-BD59-A6C34878D82A}">
                    <a16:rowId xmlns:a16="http://schemas.microsoft.com/office/drawing/2014/main" val="10004"/>
                  </a:ext>
                </a:extLst>
              </a:tr>
              <a:tr h="555625">
                <a:tc>
                  <a:txBody>
                    <a:bodyPr/>
                    <a:lstStyle/>
                    <a:p>
                      <a:pPr algn="l"/>
                      <a:r>
                        <a:rPr sz="1650" b="0">
                          <a:solidFill>
                            <a:srgbClr val="26182E"/>
                          </a:solidFill>
                          <a:latin typeface="Arial"/>
                          <a:ea typeface="Arial"/>
                          <a:cs typeface="Arial"/>
                        </a:rPr>
                        <a:t>1 : N</a:t>
                      </a:r>
                    </a:p>
                  </a:txBody>
                  <a:tcPr anchor="ctr">
                    <a:solidFill>
                      <a:srgbClr val="F0EBF1"/>
                    </a:solidFill>
                  </a:tcPr>
                </a:tc>
                <a:tc>
                  <a:txBody>
                    <a:bodyPr/>
                    <a:lstStyle/>
                    <a:p>
                      <a:pPr algn="l"/>
                      <a:r>
                        <a:rPr sz="1650" b="0">
                          <a:solidFill>
                            <a:srgbClr val="26182E"/>
                          </a:solidFill>
                          <a:latin typeface="Arial"/>
                          <a:ea typeface="Arial"/>
                          <a:cs typeface="Arial"/>
                        </a:rPr>
                        <a:t>indications</a:t>
                      </a:r>
                    </a:p>
                  </a:txBody>
                  <a:tcPr anchor="ctr">
                    <a:solidFill>
                      <a:srgbClr val="F0EBF1"/>
                    </a:solidFill>
                  </a:tcPr>
                </a:tc>
                <a:tc>
                  <a:txBody>
                    <a:bodyPr/>
                    <a:lstStyle/>
                    <a:p>
                      <a:pPr algn="l"/>
                      <a:r>
                        <a:rPr sz="1650" b="0">
                          <a:solidFill>
                            <a:srgbClr val="26182E"/>
                          </a:solidFill>
                          <a:latin typeface="Arial"/>
                          <a:ea typeface="Arial"/>
                          <a:cs typeface="Arial"/>
                        </a:rPr>
                        <a:t>generics</a:t>
                      </a:r>
                    </a:p>
                  </a:txBody>
                  <a:tcPr anchor="ctr">
                    <a:solidFill>
                      <a:srgbClr val="F0EBF1"/>
                    </a:solidFill>
                  </a:tcPr>
                </a:tc>
                <a:extLst>
                  <a:ext uri="{0D108BD9-81ED-4DB2-BD59-A6C34878D82A}">
                    <a16:rowId xmlns:a16="http://schemas.microsoft.com/office/drawing/2014/main" val="10005"/>
                  </a:ext>
                </a:extLst>
              </a:tr>
            </a:tbl>
          </a:graphicData>
        </a:graphic>
      </p:graphicFrame>
      <p:sp>
        <p:nvSpPr>
          <p:cNvPr id="4" name="مستطيل 3">
            <a:extLst>
              <a:ext uri="{FF2B5EF4-FFF2-40B4-BE49-F238E27FC236}">
                <a16:creationId xmlns:a16="http://schemas.microsoft.com/office/drawing/2014/main" id="{76AB11CE-7B4A-4CCE-9920-7D85758A3129}"/>
              </a:ext>
            </a:extLst>
          </p:cNvPr>
          <p:cNvSpPr>
            <a:spLocks noGrp="1"/>
          </p:cNvSpPr>
          <p:nvPr/>
        </p:nvSpPr>
        <p:spPr>
          <a:xfrm>
            <a:off x="857250" y="5219700"/>
            <a:ext cx="10477500" cy="428625"/>
          </a:xfrm>
          <a:prstGeom prst="rect">
            <a:avLst/>
          </a:prstGeom>
          <a:noFill/>
          <a:ln w="0">
            <a:noFill/>
          </a:ln>
        </p:spPr>
        <p:txBody>
          <a:bodyPr lIns="0" tIns="0" rIns="0" bIns="0" anchor="ctr"/>
          <a:lstStyle>
            <a:defPPr algn="l">
              <a:defRPr sz="2175" b="1">
                <a:solidFill>
                  <a:srgbClr val="522D60"/>
                </a:solidFill>
                <a:latin typeface="Arial"/>
                <a:ea typeface="Arial"/>
                <a:cs typeface="Arial"/>
              </a:defRPr>
            </a:defPPr>
            <a:lvl1pPr algn="l">
              <a:defRPr sz="2175" b="1">
                <a:solidFill>
                  <a:srgbClr val="522D60"/>
                </a:solidFill>
                <a:latin typeface="Arial"/>
                <a:ea typeface="Arial"/>
                <a:cs typeface="Arial"/>
              </a:defRPr>
            </a:lvl1pPr>
            <a:lvl2pPr algn="l">
              <a:defRPr sz="2175" b="1">
                <a:solidFill>
                  <a:srgbClr val="522D60"/>
                </a:solidFill>
                <a:latin typeface="Arial"/>
                <a:ea typeface="Arial"/>
                <a:cs typeface="Arial"/>
              </a:defRPr>
            </a:lvl2pPr>
            <a:lvl3pPr algn="l">
              <a:defRPr sz="2175" b="1">
                <a:solidFill>
                  <a:srgbClr val="522D60"/>
                </a:solidFill>
                <a:latin typeface="Arial"/>
                <a:ea typeface="Arial"/>
                <a:cs typeface="Arial"/>
              </a:defRPr>
            </a:lvl3pPr>
            <a:lvl4pPr algn="l">
              <a:defRPr sz="2175" b="1">
                <a:solidFill>
                  <a:srgbClr val="522D60"/>
                </a:solidFill>
                <a:latin typeface="Arial"/>
                <a:ea typeface="Arial"/>
                <a:cs typeface="Arial"/>
              </a:defRPr>
            </a:lvl4pPr>
            <a:lvl5pPr algn="l">
              <a:defRPr sz="2175" b="1">
                <a:solidFill>
                  <a:srgbClr val="522D60"/>
                </a:solidFill>
                <a:latin typeface="Arial"/>
                <a:ea typeface="Arial"/>
                <a:cs typeface="Arial"/>
              </a:defRPr>
            </a:lvl5pPr>
            <a:lvl6pPr algn="l">
              <a:defRPr sz="2175" b="1">
                <a:solidFill>
                  <a:srgbClr val="522D60"/>
                </a:solidFill>
                <a:latin typeface="Arial"/>
                <a:ea typeface="Arial"/>
                <a:cs typeface="Arial"/>
              </a:defRPr>
            </a:lvl6pPr>
            <a:lvl7pPr algn="l">
              <a:defRPr sz="2175" b="1">
                <a:solidFill>
                  <a:srgbClr val="522D60"/>
                </a:solidFill>
                <a:latin typeface="Arial"/>
                <a:ea typeface="Arial"/>
                <a:cs typeface="Arial"/>
              </a:defRPr>
            </a:lvl7pPr>
            <a:lvl8pPr algn="l">
              <a:defRPr sz="2175" b="1">
                <a:solidFill>
                  <a:srgbClr val="522D60"/>
                </a:solidFill>
                <a:latin typeface="Arial"/>
                <a:ea typeface="Arial"/>
                <a:cs typeface="Arial"/>
              </a:defRPr>
            </a:lvl8pPr>
            <a:lvl9pPr algn="l">
              <a:defRPr sz="2175" b="1">
                <a:solidFill>
                  <a:srgbClr val="522D60"/>
                </a:solidFill>
                <a:latin typeface="Arial"/>
                <a:ea typeface="Arial"/>
                <a:cs typeface="Arial"/>
              </a:defRPr>
            </a:lvl9pPr>
          </a:lstStyle>
          <a:p>
            <a:pPr algn="l">
              <a:defRPr sz="2175" b="1">
                <a:solidFill>
                  <a:srgbClr val="522D60"/>
                </a:solidFill>
                <a:latin typeface="Arial"/>
                <a:ea typeface="Arial"/>
                <a:cs typeface="Arial"/>
              </a:defRPr>
            </a:pPr>
            <a:r>
              <a:rPr sz="2175" b="1">
                <a:solidFill>
                  <a:srgbClr val="522D60"/>
                </a:solidFill>
                <a:latin typeface="Arial"/>
                <a:ea typeface="Arial"/>
                <a:cs typeface="Arial"/>
              </a:rPr>
              <a:t>Primary and foreign keys protect relationships</a:t>
            </a:r>
          </a:p>
        </p:txBody>
      </p:sp>
      <p:sp>
        <p:nvSpPr>
          <p:cNvPr id="5" name="مستطيل 4">
            <a:extLst>
              <a:ext uri="{FF2B5EF4-FFF2-40B4-BE49-F238E27FC236}">
                <a16:creationId xmlns:a16="http://schemas.microsoft.com/office/drawing/2014/main" id="{54146E5A-92BA-406A-8987-2E957F8C8C45}"/>
              </a:ext>
            </a:extLst>
          </p:cNvPr>
          <p:cNvSpPr>
            <a:spLocks noGrp="1"/>
          </p:cNvSpPr>
          <p:nvPr/>
        </p:nvSpPr>
        <p:spPr>
          <a:xfrm>
            <a:off x="857250" y="5743575"/>
            <a:ext cx="10477500" cy="361950"/>
          </a:xfrm>
          <a:prstGeom prst="rect">
            <a:avLst/>
          </a:prstGeom>
          <a:noFill/>
          <a:ln w="0">
            <a:noFill/>
          </a:ln>
        </p:spPr>
        <p:txBody>
          <a:bodyPr lIns="0" tIns="0" rIns="0" bIns="0" anchor="ctr"/>
          <a:lstStyle>
            <a:defPPr algn="l">
              <a:defRPr sz="1800" b="0">
                <a:solidFill>
                  <a:srgbClr val="756C78"/>
                </a:solidFill>
                <a:latin typeface="Arial"/>
                <a:ea typeface="Arial"/>
                <a:cs typeface="Arial"/>
              </a:defRPr>
            </a:defPPr>
            <a:lvl1pPr algn="l">
              <a:defRPr sz="1800" b="0">
                <a:solidFill>
                  <a:srgbClr val="756C78"/>
                </a:solidFill>
                <a:latin typeface="Arial"/>
                <a:ea typeface="Arial"/>
                <a:cs typeface="Arial"/>
              </a:defRPr>
            </a:lvl1pPr>
            <a:lvl2pPr algn="l">
              <a:defRPr sz="1800" b="0">
                <a:solidFill>
                  <a:srgbClr val="756C78"/>
                </a:solidFill>
                <a:latin typeface="Arial"/>
                <a:ea typeface="Arial"/>
                <a:cs typeface="Arial"/>
              </a:defRPr>
            </a:lvl2pPr>
            <a:lvl3pPr algn="l">
              <a:defRPr sz="1800" b="0">
                <a:solidFill>
                  <a:srgbClr val="756C78"/>
                </a:solidFill>
                <a:latin typeface="Arial"/>
                <a:ea typeface="Arial"/>
                <a:cs typeface="Arial"/>
              </a:defRPr>
            </a:lvl3pPr>
            <a:lvl4pPr algn="l">
              <a:defRPr sz="1800" b="0">
                <a:solidFill>
                  <a:srgbClr val="756C78"/>
                </a:solidFill>
                <a:latin typeface="Arial"/>
                <a:ea typeface="Arial"/>
                <a:cs typeface="Arial"/>
              </a:defRPr>
            </a:lvl4pPr>
            <a:lvl5pPr algn="l">
              <a:defRPr sz="1800" b="0">
                <a:solidFill>
                  <a:srgbClr val="756C78"/>
                </a:solidFill>
                <a:latin typeface="Arial"/>
                <a:ea typeface="Arial"/>
                <a:cs typeface="Arial"/>
              </a:defRPr>
            </a:lvl5pPr>
            <a:lvl6pPr algn="l">
              <a:defRPr sz="1800" b="0">
                <a:solidFill>
                  <a:srgbClr val="756C78"/>
                </a:solidFill>
                <a:latin typeface="Arial"/>
                <a:ea typeface="Arial"/>
                <a:cs typeface="Arial"/>
              </a:defRPr>
            </a:lvl6pPr>
            <a:lvl7pPr algn="l">
              <a:defRPr sz="1800" b="0">
                <a:solidFill>
                  <a:srgbClr val="756C78"/>
                </a:solidFill>
                <a:latin typeface="Arial"/>
                <a:ea typeface="Arial"/>
                <a:cs typeface="Arial"/>
              </a:defRPr>
            </a:lvl7pPr>
            <a:lvl8pPr algn="l">
              <a:defRPr sz="1800" b="0">
                <a:solidFill>
                  <a:srgbClr val="756C78"/>
                </a:solidFill>
                <a:latin typeface="Arial"/>
                <a:ea typeface="Arial"/>
                <a:cs typeface="Arial"/>
              </a:defRPr>
            </a:lvl8pPr>
            <a:lvl9pPr algn="l">
              <a:defRPr sz="1800" b="0">
                <a:solidFill>
                  <a:srgbClr val="756C78"/>
                </a:solidFill>
                <a:latin typeface="Arial"/>
                <a:ea typeface="Arial"/>
                <a:cs typeface="Arial"/>
              </a:defRPr>
            </a:lvl9pPr>
          </a:lstStyle>
          <a:p>
            <a:pPr algn="l">
              <a:defRPr sz="1800" b="0">
                <a:solidFill>
                  <a:srgbClr val="756C78"/>
                </a:solidFill>
                <a:latin typeface="Arial"/>
                <a:ea typeface="Arial"/>
                <a:cs typeface="Arial"/>
              </a:defRPr>
            </a:pPr>
            <a:r>
              <a:rPr sz="1800" b="0">
                <a:solidFill>
                  <a:srgbClr val="756C78"/>
                </a:solidFill>
                <a:latin typeface="Arial"/>
                <a:ea typeface="Arial"/>
                <a:cs typeface="Arial"/>
              </a:rPr>
              <a:t>Indexes support queries. Constraints reject negative prices and invalid sizes.</a:t>
            </a:r>
          </a:p>
        </p:txBody>
      </p:sp>
    </p:spTree>
    <p:extLst>
      <p:ext uri="{BB962C8B-B14F-4D97-AF65-F5344CB8AC3E}">
        <p14:creationId xmlns:p14="http://schemas.microsoft.com/office/powerpoint/2010/main" val="307454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8" name="مستطيل 7">
            <a:extLst>
              <a:ext uri="{FF2B5EF4-FFF2-40B4-BE49-F238E27FC236}">
                <a16:creationId xmlns:a16="http://schemas.microsoft.com/office/drawing/2014/main" id="{B9394BFE-6D91-4E03-9F83-CFB994512889}"/>
              </a:ext>
            </a:extLst>
          </p:cNvPr>
          <p:cNvSpPr>
            <a:spLocks noGrp="1"/>
          </p:cNvSpPr>
          <p:nvPr/>
        </p:nvSpPr>
        <p:spPr>
          <a:xfrm>
            <a:off x="685800" y="457200"/>
            <a:ext cx="10820400" cy="742950"/>
          </a:xfrm>
          <a:prstGeom prst="rect">
            <a:avLst/>
          </a:prstGeom>
          <a:noFill/>
          <a:ln w="0">
            <a:noFill/>
          </a:ln>
        </p:spPr>
        <p:txBody>
          <a:bodyPr lIns="0" tIns="0" rIns="0" bIns="0" anchor="ctr"/>
          <a:lstStyle>
            <a:defPPr algn="l">
              <a:defRPr sz="3300" b="1">
                <a:solidFill>
                  <a:srgbClr val="26182E"/>
                </a:solidFill>
                <a:latin typeface="Arial"/>
                <a:ea typeface="Arial"/>
                <a:cs typeface="Arial"/>
              </a:defRPr>
            </a:defPPr>
            <a:lvl1pPr algn="l">
              <a:defRPr sz="3300" b="1">
                <a:solidFill>
                  <a:srgbClr val="26182E"/>
                </a:solidFill>
                <a:latin typeface="Arial"/>
                <a:ea typeface="Arial"/>
                <a:cs typeface="Arial"/>
              </a:defRPr>
            </a:lvl1pPr>
            <a:lvl2pPr algn="l">
              <a:defRPr sz="3300" b="1">
                <a:solidFill>
                  <a:srgbClr val="26182E"/>
                </a:solidFill>
                <a:latin typeface="Arial"/>
                <a:ea typeface="Arial"/>
                <a:cs typeface="Arial"/>
              </a:defRPr>
            </a:lvl2pPr>
            <a:lvl3pPr algn="l">
              <a:defRPr sz="3300" b="1">
                <a:solidFill>
                  <a:srgbClr val="26182E"/>
                </a:solidFill>
                <a:latin typeface="Arial"/>
                <a:ea typeface="Arial"/>
                <a:cs typeface="Arial"/>
              </a:defRPr>
            </a:lvl3pPr>
            <a:lvl4pPr algn="l">
              <a:defRPr sz="3300" b="1">
                <a:solidFill>
                  <a:srgbClr val="26182E"/>
                </a:solidFill>
                <a:latin typeface="Arial"/>
                <a:ea typeface="Arial"/>
                <a:cs typeface="Arial"/>
              </a:defRPr>
            </a:lvl4pPr>
            <a:lvl5pPr algn="l">
              <a:defRPr sz="3300" b="1">
                <a:solidFill>
                  <a:srgbClr val="26182E"/>
                </a:solidFill>
                <a:latin typeface="Arial"/>
                <a:ea typeface="Arial"/>
                <a:cs typeface="Arial"/>
              </a:defRPr>
            </a:lvl5pPr>
            <a:lvl6pPr algn="l">
              <a:defRPr sz="3300" b="1">
                <a:solidFill>
                  <a:srgbClr val="26182E"/>
                </a:solidFill>
                <a:latin typeface="Arial"/>
                <a:ea typeface="Arial"/>
                <a:cs typeface="Arial"/>
              </a:defRPr>
            </a:lvl6pPr>
            <a:lvl7pPr algn="l">
              <a:defRPr sz="3300" b="1">
                <a:solidFill>
                  <a:srgbClr val="26182E"/>
                </a:solidFill>
                <a:latin typeface="Arial"/>
                <a:ea typeface="Arial"/>
                <a:cs typeface="Arial"/>
              </a:defRPr>
            </a:lvl7pPr>
            <a:lvl8pPr algn="l">
              <a:defRPr sz="3300" b="1">
                <a:solidFill>
                  <a:srgbClr val="26182E"/>
                </a:solidFill>
                <a:latin typeface="Arial"/>
                <a:ea typeface="Arial"/>
                <a:cs typeface="Arial"/>
              </a:defRPr>
            </a:lvl8pPr>
            <a:lvl9pPr algn="l">
              <a:defRPr sz="3300" b="1">
                <a:solidFill>
                  <a:srgbClr val="26182E"/>
                </a:solidFill>
                <a:latin typeface="Arial"/>
                <a:ea typeface="Arial"/>
                <a:cs typeface="Arial"/>
              </a:defRPr>
            </a:lvl9pPr>
          </a:lstStyle>
          <a:p>
            <a:pPr algn="l">
              <a:defRPr sz="3300" b="1">
                <a:solidFill>
                  <a:srgbClr val="26182E"/>
                </a:solidFill>
                <a:latin typeface="Arial"/>
                <a:ea typeface="Arial"/>
                <a:cs typeface="Arial"/>
              </a:defRPr>
            </a:pPr>
            <a:r>
              <a:rPr sz="3300" b="1">
                <a:solidFill>
                  <a:srgbClr val="26182E"/>
                </a:solidFill>
                <a:latin typeface="Arial"/>
                <a:ea typeface="Arial"/>
                <a:cs typeface="Arial"/>
              </a:rPr>
              <a:t>Prices Have a Strong Right Skew</a:t>
            </a:r>
          </a:p>
        </p:txBody>
      </p:sp>
      <p:sp>
        <p:nvSpPr>
          <p:cNvPr id="2" name="مستطيل 1">
            <a:extLst>
              <a:ext uri="{FF2B5EF4-FFF2-40B4-BE49-F238E27FC236}">
                <a16:creationId xmlns:a16="http://schemas.microsoft.com/office/drawing/2014/main" id="{E6992AE9-65D5-4014-A33A-F58BDCD9E3CE}"/>
              </a:ext>
            </a:extLst>
          </p:cNvPr>
          <p:cNvSpPr>
            <a:spLocks noGrp="1"/>
          </p:cNvSpPr>
          <p:nvPr/>
        </p:nvSpPr>
        <p:spPr>
          <a:xfrm>
            <a:off x="685800" y="6324600"/>
            <a:ext cx="476250" cy="209550"/>
          </a:xfrm>
          <a:prstGeom prst="rect">
            <a:avLst/>
          </a:prstGeom>
          <a:noFill/>
          <a:ln w="0">
            <a:noFill/>
          </a:ln>
        </p:spPr>
        <p:txBody>
          <a:bodyPr lIns="0" tIns="0" rIns="0" bIns="0" anchor="ctr"/>
          <a:lstStyle>
            <a:defPPr algn="l">
              <a:defRPr sz="1200" b="0">
                <a:solidFill>
                  <a:srgbClr val="756C78"/>
                </a:solidFill>
                <a:latin typeface="Arial"/>
                <a:ea typeface="Arial"/>
                <a:cs typeface="Arial"/>
              </a:defRPr>
            </a:defPPr>
            <a:lvl1pPr algn="l">
              <a:defRPr sz="1200" b="0">
                <a:solidFill>
                  <a:srgbClr val="756C78"/>
                </a:solidFill>
                <a:latin typeface="Arial"/>
                <a:ea typeface="Arial"/>
                <a:cs typeface="Arial"/>
              </a:defRPr>
            </a:lvl1pPr>
            <a:lvl2pPr algn="l">
              <a:defRPr sz="1200" b="0">
                <a:solidFill>
                  <a:srgbClr val="756C78"/>
                </a:solidFill>
                <a:latin typeface="Arial"/>
                <a:ea typeface="Arial"/>
                <a:cs typeface="Arial"/>
              </a:defRPr>
            </a:lvl2pPr>
            <a:lvl3pPr algn="l">
              <a:defRPr sz="1200" b="0">
                <a:solidFill>
                  <a:srgbClr val="756C78"/>
                </a:solidFill>
                <a:latin typeface="Arial"/>
                <a:ea typeface="Arial"/>
                <a:cs typeface="Arial"/>
              </a:defRPr>
            </a:lvl3pPr>
            <a:lvl4pPr algn="l">
              <a:defRPr sz="1200" b="0">
                <a:solidFill>
                  <a:srgbClr val="756C78"/>
                </a:solidFill>
                <a:latin typeface="Arial"/>
                <a:ea typeface="Arial"/>
                <a:cs typeface="Arial"/>
              </a:defRPr>
            </a:lvl4pPr>
            <a:lvl5pPr algn="l">
              <a:defRPr sz="1200" b="0">
                <a:solidFill>
                  <a:srgbClr val="756C78"/>
                </a:solidFill>
                <a:latin typeface="Arial"/>
                <a:ea typeface="Arial"/>
                <a:cs typeface="Arial"/>
              </a:defRPr>
            </a:lvl5pPr>
            <a:lvl6pPr algn="l">
              <a:defRPr sz="1200" b="0">
                <a:solidFill>
                  <a:srgbClr val="756C78"/>
                </a:solidFill>
                <a:latin typeface="Arial"/>
                <a:ea typeface="Arial"/>
                <a:cs typeface="Arial"/>
              </a:defRPr>
            </a:lvl6pPr>
            <a:lvl7pPr algn="l">
              <a:defRPr sz="1200" b="0">
                <a:solidFill>
                  <a:srgbClr val="756C78"/>
                </a:solidFill>
                <a:latin typeface="Arial"/>
                <a:ea typeface="Arial"/>
                <a:cs typeface="Arial"/>
              </a:defRPr>
            </a:lvl7pPr>
            <a:lvl8pPr algn="l">
              <a:defRPr sz="1200" b="0">
                <a:solidFill>
                  <a:srgbClr val="756C78"/>
                </a:solidFill>
                <a:latin typeface="Arial"/>
                <a:ea typeface="Arial"/>
                <a:cs typeface="Arial"/>
              </a:defRPr>
            </a:lvl8pPr>
            <a:lvl9pPr algn="l">
              <a:defRPr sz="1200" b="0">
                <a:solidFill>
                  <a:srgbClr val="756C78"/>
                </a:solidFill>
                <a:latin typeface="Arial"/>
                <a:ea typeface="Arial"/>
                <a:cs typeface="Arial"/>
              </a:defRPr>
            </a:lvl9pPr>
          </a:lstStyle>
          <a:p>
            <a:pPr algn="l">
              <a:defRPr sz="1200" b="0">
                <a:solidFill>
                  <a:srgbClr val="756C78"/>
                </a:solidFill>
                <a:latin typeface="Arial"/>
                <a:ea typeface="Arial"/>
                <a:cs typeface="Arial"/>
              </a:defRPr>
            </a:pPr>
            <a:r>
              <a:rPr sz="1200" b="0">
                <a:solidFill>
                  <a:srgbClr val="756C78"/>
                </a:solidFill>
                <a:latin typeface="Arial"/>
                <a:ea typeface="Arial"/>
                <a:cs typeface="Arial"/>
              </a:rPr>
              <a:t>08</a:t>
            </a:r>
          </a:p>
        </p:txBody>
      </p:sp>
      <p:graphicFrame>
        <p:nvGraphicFramePr>
          <p:cNvPr id="3" name="Chart">
            <a:extLst>
              <a:ext uri="{FF2B5EF4-FFF2-40B4-BE49-F238E27FC236}">
                <a16:creationId xmlns:a16="http://schemas.microsoft.com/office/drawing/2014/main" id="{4C5A1DB7-9440-4F68-898B-B9807F3D458B}"/>
              </a:ext>
            </a:extLst>
          </p:cNvPr>
          <p:cNvGraphicFramePr/>
          <p:nvPr/>
        </p:nvGraphicFramePr>
        <p:xfrm>
          <a:off x="857250" y="1666875"/>
          <a:ext cx="10477500" cy="3095625"/>
        </p:xfrm>
        <a:graphic>
          <a:graphicData uri="http://schemas.openxmlformats.org/drawingml/2006/chart">
            <c:chart xmlns:c="http://schemas.openxmlformats.org/drawingml/2006/chart" xmlns:r="http://schemas.openxmlformats.org/officeDocument/2006/relationships" r:id="rId3"/>
          </a:graphicData>
        </a:graphic>
      </p:graphicFrame>
      <p:sp>
        <p:nvSpPr>
          <p:cNvPr id="4" name="مستطيل 3">
            <a:extLst>
              <a:ext uri="{FF2B5EF4-FFF2-40B4-BE49-F238E27FC236}">
                <a16:creationId xmlns:a16="http://schemas.microsoft.com/office/drawing/2014/main" id="{C3953171-C444-4291-AF7F-74749697A6B7}"/>
              </a:ext>
            </a:extLst>
          </p:cNvPr>
          <p:cNvSpPr>
            <a:spLocks noGrp="1"/>
          </p:cNvSpPr>
          <p:nvPr/>
        </p:nvSpPr>
        <p:spPr>
          <a:xfrm>
            <a:off x="809625" y="5095875"/>
            <a:ext cx="4857750" cy="533400"/>
          </a:xfrm>
          <a:prstGeom prst="rect">
            <a:avLst/>
          </a:prstGeom>
          <a:noFill/>
          <a:ln w="0">
            <a:noFill/>
          </a:ln>
        </p:spPr>
        <p:txBody>
          <a:bodyPr lIns="0" tIns="0" rIns="0" bIns="0" anchor="ctr"/>
          <a:lstStyle>
            <a:defPPr algn="ctr">
              <a:defRPr sz="3150" b="1">
                <a:solidFill>
                  <a:srgbClr val="522D60"/>
                </a:solidFill>
                <a:latin typeface="Arial"/>
                <a:ea typeface="Arial"/>
                <a:cs typeface="Arial"/>
              </a:defRPr>
            </a:defPPr>
            <a:lvl1pPr algn="ctr">
              <a:defRPr sz="3150" b="1">
                <a:solidFill>
                  <a:srgbClr val="522D60"/>
                </a:solidFill>
                <a:latin typeface="Arial"/>
                <a:ea typeface="Arial"/>
                <a:cs typeface="Arial"/>
              </a:defRPr>
            </a:lvl1pPr>
            <a:lvl2pPr algn="ctr">
              <a:defRPr sz="3150" b="1">
                <a:solidFill>
                  <a:srgbClr val="522D60"/>
                </a:solidFill>
                <a:latin typeface="Arial"/>
                <a:ea typeface="Arial"/>
                <a:cs typeface="Arial"/>
              </a:defRPr>
            </a:lvl2pPr>
            <a:lvl3pPr algn="ctr">
              <a:defRPr sz="3150" b="1">
                <a:solidFill>
                  <a:srgbClr val="522D60"/>
                </a:solidFill>
                <a:latin typeface="Arial"/>
                <a:ea typeface="Arial"/>
                <a:cs typeface="Arial"/>
              </a:defRPr>
            </a:lvl3pPr>
            <a:lvl4pPr algn="ctr">
              <a:defRPr sz="3150" b="1">
                <a:solidFill>
                  <a:srgbClr val="522D60"/>
                </a:solidFill>
                <a:latin typeface="Arial"/>
                <a:ea typeface="Arial"/>
                <a:cs typeface="Arial"/>
              </a:defRPr>
            </a:lvl4pPr>
            <a:lvl5pPr algn="ctr">
              <a:defRPr sz="3150" b="1">
                <a:solidFill>
                  <a:srgbClr val="522D60"/>
                </a:solidFill>
                <a:latin typeface="Arial"/>
                <a:ea typeface="Arial"/>
                <a:cs typeface="Arial"/>
              </a:defRPr>
            </a:lvl5pPr>
            <a:lvl6pPr algn="ctr">
              <a:defRPr sz="3150" b="1">
                <a:solidFill>
                  <a:srgbClr val="522D60"/>
                </a:solidFill>
                <a:latin typeface="Arial"/>
                <a:ea typeface="Arial"/>
                <a:cs typeface="Arial"/>
              </a:defRPr>
            </a:lvl6pPr>
            <a:lvl7pPr algn="ctr">
              <a:defRPr sz="3150" b="1">
                <a:solidFill>
                  <a:srgbClr val="522D60"/>
                </a:solidFill>
                <a:latin typeface="Arial"/>
                <a:ea typeface="Arial"/>
                <a:cs typeface="Arial"/>
              </a:defRPr>
            </a:lvl7pPr>
            <a:lvl8pPr algn="ctr">
              <a:defRPr sz="3150" b="1">
                <a:solidFill>
                  <a:srgbClr val="522D60"/>
                </a:solidFill>
                <a:latin typeface="Arial"/>
                <a:ea typeface="Arial"/>
                <a:cs typeface="Arial"/>
              </a:defRPr>
            </a:lvl8pPr>
            <a:lvl9pPr algn="ctr">
              <a:defRPr sz="3150" b="1">
                <a:solidFill>
                  <a:srgbClr val="522D60"/>
                </a:solidFill>
                <a:latin typeface="Arial"/>
                <a:ea typeface="Arial"/>
                <a:cs typeface="Arial"/>
              </a:defRPr>
            </a:lvl9pPr>
          </a:lstStyle>
          <a:p>
            <a:pPr algn="ctr">
              <a:defRPr sz="3150" b="1">
                <a:solidFill>
                  <a:srgbClr val="522D60"/>
                </a:solidFill>
                <a:latin typeface="Arial"/>
                <a:ea typeface="Arial"/>
                <a:cs typeface="Arial"/>
              </a:defRPr>
            </a:pPr>
            <a:r>
              <a:rPr sz="3150" b="1">
                <a:solidFill>
                  <a:srgbClr val="522D60"/>
                </a:solidFill>
                <a:latin typeface="Arial"/>
                <a:ea typeface="Arial"/>
                <a:cs typeface="Arial"/>
              </a:rPr>
              <a:t>349.99 BDT</a:t>
            </a:r>
          </a:p>
        </p:txBody>
      </p:sp>
      <p:sp>
        <p:nvSpPr>
          <p:cNvPr id="5" name="مستطيل 4">
            <a:extLst>
              <a:ext uri="{FF2B5EF4-FFF2-40B4-BE49-F238E27FC236}">
                <a16:creationId xmlns:a16="http://schemas.microsoft.com/office/drawing/2014/main" id="{B1C42E9C-A25A-4E63-A3F2-E36B73875245}"/>
              </a:ext>
            </a:extLst>
          </p:cNvPr>
          <p:cNvSpPr>
            <a:spLocks noGrp="1"/>
          </p:cNvSpPr>
          <p:nvPr/>
        </p:nvSpPr>
        <p:spPr>
          <a:xfrm>
            <a:off x="809625" y="5676900"/>
            <a:ext cx="4857750" cy="323850"/>
          </a:xfrm>
          <a:prstGeom prst="rect">
            <a:avLst/>
          </a:prstGeom>
          <a:noFill/>
          <a:ln w="0">
            <a:noFill/>
          </a:ln>
        </p:spPr>
        <p:txBody>
          <a:bodyPr lIns="0" tIns="0" rIns="0" bIns="0" anchor="ctr"/>
          <a:lstStyle>
            <a:defPPr algn="ctr">
              <a:defRPr sz="1875" b="0">
                <a:solidFill>
                  <a:srgbClr val="756C78"/>
                </a:solidFill>
                <a:latin typeface="Arial"/>
                <a:ea typeface="Arial"/>
                <a:cs typeface="Arial"/>
              </a:defRPr>
            </a:defPPr>
            <a:lvl1pPr algn="ctr">
              <a:defRPr sz="1875" b="0">
                <a:solidFill>
                  <a:srgbClr val="756C78"/>
                </a:solidFill>
                <a:latin typeface="Arial"/>
                <a:ea typeface="Arial"/>
                <a:cs typeface="Arial"/>
              </a:defRPr>
            </a:lvl1pPr>
            <a:lvl2pPr algn="ctr">
              <a:defRPr sz="1875" b="0">
                <a:solidFill>
                  <a:srgbClr val="756C78"/>
                </a:solidFill>
                <a:latin typeface="Arial"/>
                <a:ea typeface="Arial"/>
                <a:cs typeface="Arial"/>
              </a:defRPr>
            </a:lvl2pPr>
            <a:lvl3pPr algn="ctr">
              <a:defRPr sz="1875" b="0">
                <a:solidFill>
                  <a:srgbClr val="756C78"/>
                </a:solidFill>
                <a:latin typeface="Arial"/>
                <a:ea typeface="Arial"/>
                <a:cs typeface="Arial"/>
              </a:defRPr>
            </a:lvl3pPr>
            <a:lvl4pPr algn="ctr">
              <a:defRPr sz="1875" b="0">
                <a:solidFill>
                  <a:srgbClr val="756C78"/>
                </a:solidFill>
                <a:latin typeface="Arial"/>
                <a:ea typeface="Arial"/>
                <a:cs typeface="Arial"/>
              </a:defRPr>
            </a:lvl4pPr>
            <a:lvl5pPr algn="ctr">
              <a:defRPr sz="1875" b="0">
                <a:solidFill>
                  <a:srgbClr val="756C78"/>
                </a:solidFill>
                <a:latin typeface="Arial"/>
                <a:ea typeface="Arial"/>
                <a:cs typeface="Arial"/>
              </a:defRPr>
            </a:lvl5pPr>
            <a:lvl6pPr algn="ctr">
              <a:defRPr sz="1875" b="0">
                <a:solidFill>
                  <a:srgbClr val="756C78"/>
                </a:solidFill>
                <a:latin typeface="Arial"/>
                <a:ea typeface="Arial"/>
                <a:cs typeface="Arial"/>
              </a:defRPr>
            </a:lvl6pPr>
            <a:lvl7pPr algn="ctr">
              <a:defRPr sz="1875" b="0">
                <a:solidFill>
                  <a:srgbClr val="756C78"/>
                </a:solidFill>
                <a:latin typeface="Arial"/>
                <a:ea typeface="Arial"/>
                <a:cs typeface="Arial"/>
              </a:defRPr>
            </a:lvl7pPr>
            <a:lvl8pPr algn="ctr">
              <a:defRPr sz="1875" b="0">
                <a:solidFill>
                  <a:srgbClr val="756C78"/>
                </a:solidFill>
                <a:latin typeface="Arial"/>
                <a:ea typeface="Arial"/>
                <a:cs typeface="Arial"/>
              </a:defRPr>
            </a:lvl8pPr>
            <a:lvl9pPr algn="ctr">
              <a:defRPr sz="1875" b="0">
                <a:solidFill>
                  <a:srgbClr val="756C78"/>
                </a:solidFill>
                <a:latin typeface="Arial"/>
                <a:ea typeface="Arial"/>
                <a:cs typeface="Arial"/>
              </a:defRPr>
            </a:lvl9pPr>
          </a:lstStyle>
          <a:p>
            <a:pPr algn="ctr">
              <a:defRPr sz="1875" b="0">
                <a:solidFill>
                  <a:srgbClr val="756C78"/>
                </a:solidFill>
                <a:latin typeface="Arial"/>
                <a:ea typeface="Arial"/>
                <a:cs typeface="Arial"/>
              </a:defRPr>
            </a:pPr>
            <a:r>
              <a:rPr sz="1875" b="0">
                <a:solidFill>
                  <a:srgbClr val="756C78"/>
                </a:solidFill>
                <a:latin typeface="Arial"/>
                <a:ea typeface="Arial"/>
                <a:cs typeface="Arial"/>
              </a:rPr>
              <a:t>Mean price</a:t>
            </a:r>
          </a:p>
        </p:txBody>
      </p:sp>
      <p:sp>
        <p:nvSpPr>
          <p:cNvPr id="6" name="مستطيل 5">
            <a:extLst>
              <a:ext uri="{FF2B5EF4-FFF2-40B4-BE49-F238E27FC236}">
                <a16:creationId xmlns:a16="http://schemas.microsoft.com/office/drawing/2014/main" id="{89F94109-78D4-4AC3-8633-3B68F0B173BF}"/>
              </a:ext>
            </a:extLst>
          </p:cNvPr>
          <p:cNvSpPr>
            <a:spLocks noGrp="1"/>
          </p:cNvSpPr>
          <p:nvPr/>
        </p:nvSpPr>
        <p:spPr>
          <a:xfrm>
            <a:off x="6572250" y="5095875"/>
            <a:ext cx="4857750" cy="533400"/>
          </a:xfrm>
          <a:prstGeom prst="rect">
            <a:avLst/>
          </a:prstGeom>
          <a:noFill/>
          <a:ln w="0">
            <a:noFill/>
          </a:ln>
        </p:spPr>
        <p:txBody>
          <a:bodyPr lIns="0" tIns="0" rIns="0" bIns="0" anchor="ctr"/>
          <a:lstStyle>
            <a:defPPr algn="ctr">
              <a:defRPr sz="3150" b="1">
                <a:solidFill>
                  <a:srgbClr val="522D60"/>
                </a:solidFill>
                <a:latin typeface="Arial"/>
                <a:ea typeface="Arial"/>
                <a:cs typeface="Arial"/>
              </a:defRPr>
            </a:defPPr>
            <a:lvl1pPr algn="ctr">
              <a:defRPr sz="3150" b="1">
                <a:solidFill>
                  <a:srgbClr val="522D60"/>
                </a:solidFill>
                <a:latin typeface="Arial"/>
                <a:ea typeface="Arial"/>
                <a:cs typeface="Arial"/>
              </a:defRPr>
            </a:lvl1pPr>
            <a:lvl2pPr algn="ctr">
              <a:defRPr sz="3150" b="1">
                <a:solidFill>
                  <a:srgbClr val="522D60"/>
                </a:solidFill>
                <a:latin typeface="Arial"/>
                <a:ea typeface="Arial"/>
                <a:cs typeface="Arial"/>
              </a:defRPr>
            </a:lvl2pPr>
            <a:lvl3pPr algn="ctr">
              <a:defRPr sz="3150" b="1">
                <a:solidFill>
                  <a:srgbClr val="522D60"/>
                </a:solidFill>
                <a:latin typeface="Arial"/>
                <a:ea typeface="Arial"/>
                <a:cs typeface="Arial"/>
              </a:defRPr>
            </a:lvl3pPr>
            <a:lvl4pPr algn="ctr">
              <a:defRPr sz="3150" b="1">
                <a:solidFill>
                  <a:srgbClr val="522D60"/>
                </a:solidFill>
                <a:latin typeface="Arial"/>
                <a:ea typeface="Arial"/>
                <a:cs typeface="Arial"/>
              </a:defRPr>
            </a:lvl4pPr>
            <a:lvl5pPr algn="ctr">
              <a:defRPr sz="3150" b="1">
                <a:solidFill>
                  <a:srgbClr val="522D60"/>
                </a:solidFill>
                <a:latin typeface="Arial"/>
                <a:ea typeface="Arial"/>
                <a:cs typeface="Arial"/>
              </a:defRPr>
            </a:lvl5pPr>
            <a:lvl6pPr algn="ctr">
              <a:defRPr sz="3150" b="1">
                <a:solidFill>
                  <a:srgbClr val="522D60"/>
                </a:solidFill>
                <a:latin typeface="Arial"/>
                <a:ea typeface="Arial"/>
                <a:cs typeface="Arial"/>
              </a:defRPr>
            </a:lvl6pPr>
            <a:lvl7pPr algn="ctr">
              <a:defRPr sz="3150" b="1">
                <a:solidFill>
                  <a:srgbClr val="522D60"/>
                </a:solidFill>
                <a:latin typeface="Arial"/>
                <a:ea typeface="Arial"/>
                <a:cs typeface="Arial"/>
              </a:defRPr>
            </a:lvl7pPr>
            <a:lvl8pPr algn="ctr">
              <a:defRPr sz="3150" b="1">
                <a:solidFill>
                  <a:srgbClr val="522D60"/>
                </a:solidFill>
                <a:latin typeface="Arial"/>
                <a:ea typeface="Arial"/>
                <a:cs typeface="Arial"/>
              </a:defRPr>
            </a:lvl8pPr>
            <a:lvl9pPr algn="ctr">
              <a:defRPr sz="3150" b="1">
                <a:solidFill>
                  <a:srgbClr val="522D60"/>
                </a:solidFill>
                <a:latin typeface="Arial"/>
                <a:ea typeface="Arial"/>
                <a:cs typeface="Arial"/>
              </a:defRPr>
            </a:lvl9pPr>
          </a:lstStyle>
          <a:p>
            <a:pPr algn="ctr">
              <a:defRPr sz="3150" b="1">
                <a:solidFill>
                  <a:srgbClr val="522D60"/>
                </a:solidFill>
                <a:latin typeface="Arial"/>
                <a:ea typeface="Arial"/>
                <a:cs typeface="Arial"/>
              </a:defRPr>
            </a:pPr>
            <a:r>
              <a:rPr sz="3150" b="1">
                <a:solidFill>
                  <a:srgbClr val="522D60"/>
                </a:solidFill>
                <a:latin typeface="Arial"/>
                <a:ea typeface="Arial"/>
                <a:cs typeface="Arial"/>
              </a:rPr>
              <a:t>15.05 BDT</a:t>
            </a:r>
          </a:p>
        </p:txBody>
      </p:sp>
      <p:sp>
        <p:nvSpPr>
          <p:cNvPr id="7" name="مستطيل 6">
            <a:extLst>
              <a:ext uri="{FF2B5EF4-FFF2-40B4-BE49-F238E27FC236}">
                <a16:creationId xmlns:a16="http://schemas.microsoft.com/office/drawing/2014/main" id="{CAF148EE-4697-4DC8-A4B0-AA1BFA7BB925}"/>
              </a:ext>
            </a:extLst>
          </p:cNvPr>
          <p:cNvSpPr>
            <a:spLocks noGrp="1"/>
          </p:cNvSpPr>
          <p:nvPr/>
        </p:nvSpPr>
        <p:spPr>
          <a:xfrm>
            <a:off x="6572250" y="5676900"/>
            <a:ext cx="4857750" cy="323850"/>
          </a:xfrm>
          <a:prstGeom prst="rect">
            <a:avLst/>
          </a:prstGeom>
          <a:noFill/>
          <a:ln w="0">
            <a:noFill/>
          </a:ln>
        </p:spPr>
        <p:txBody>
          <a:bodyPr lIns="0" tIns="0" rIns="0" bIns="0" anchor="ctr"/>
          <a:lstStyle>
            <a:defPPr algn="ctr">
              <a:defRPr sz="1875" b="0">
                <a:solidFill>
                  <a:srgbClr val="756C78"/>
                </a:solidFill>
                <a:latin typeface="Arial"/>
                <a:ea typeface="Arial"/>
                <a:cs typeface="Arial"/>
              </a:defRPr>
            </a:defPPr>
            <a:lvl1pPr algn="ctr">
              <a:defRPr sz="1875" b="0">
                <a:solidFill>
                  <a:srgbClr val="756C78"/>
                </a:solidFill>
                <a:latin typeface="Arial"/>
                <a:ea typeface="Arial"/>
                <a:cs typeface="Arial"/>
              </a:defRPr>
            </a:lvl1pPr>
            <a:lvl2pPr algn="ctr">
              <a:defRPr sz="1875" b="0">
                <a:solidFill>
                  <a:srgbClr val="756C78"/>
                </a:solidFill>
                <a:latin typeface="Arial"/>
                <a:ea typeface="Arial"/>
                <a:cs typeface="Arial"/>
              </a:defRPr>
            </a:lvl2pPr>
            <a:lvl3pPr algn="ctr">
              <a:defRPr sz="1875" b="0">
                <a:solidFill>
                  <a:srgbClr val="756C78"/>
                </a:solidFill>
                <a:latin typeface="Arial"/>
                <a:ea typeface="Arial"/>
                <a:cs typeface="Arial"/>
              </a:defRPr>
            </a:lvl3pPr>
            <a:lvl4pPr algn="ctr">
              <a:defRPr sz="1875" b="0">
                <a:solidFill>
                  <a:srgbClr val="756C78"/>
                </a:solidFill>
                <a:latin typeface="Arial"/>
                <a:ea typeface="Arial"/>
                <a:cs typeface="Arial"/>
              </a:defRPr>
            </a:lvl4pPr>
            <a:lvl5pPr algn="ctr">
              <a:defRPr sz="1875" b="0">
                <a:solidFill>
                  <a:srgbClr val="756C78"/>
                </a:solidFill>
                <a:latin typeface="Arial"/>
                <a:ea typeface="Arial"/>
                <a:cs typeface="Arial"/>
              </a:defRPr>
            </a:lvl5pPr>
            <a:lvl6pPr algn="ctr">
              <a:defRPr sz="1875" b="0">
                <a:solidFill>
                  <a:srgbClr val="756C78"/>
                </a:solidFill>
                <a:latin typeface="Arial"/>
                <a:ea typeface="Arial"/>
                <a:cs typeface="Arial"/>
              </a:defRPr>
            </a:lvl6pPr>
            <a:lvl7pPr algn="ctr">
              <a:defRPr sz="1875" b="0">
                <a:solidFill>
                  <a:srgbClr val="756C78"/>
                </a:solidFill>
                <a:latin typeface="Arial"/>
                <a:ea typeface="Arial"/>
                <a:cs typeface="Arial"/>
              </a:defRPr>
            </a:lvl7pPr>
            <a:lvl8pPr algn="ctr">
              <a:defRPr sz="1875" b="0">
                <a:solidFill>
                  <a:srgbClr val="756C78"/>
                </a:solidFill>
                <a:latin typeface="Arial"/>
                <a:ea typeface="Arial"/>
                <a:cs typeface="Arial"/>
              </a:defRPr>
            </a:lvl8pPr>
            <a:lvl9pPr algn="ctr">
              <a:defRPr sz="1875" b="0">
                <a:solidFill>
                  <a:srgbClr val="756C78"/>
                </a:solidFill>
                <a:latin typeface="Arial"/>
                <a:ea typeface="Arial"/>
                <a:cs typeface="Arial"/>
              </a:defRPr>
            </a:lvl9pPr>
          </a:lstStyle>
          <a:p>
            <a:pPr algn="ctr">
              <a:defRPr sz="1875" b="0">
                <a:solidFill>
                  <a:srgbClr val="756C78"/>
                </a:solidFill>
                <a:latin typeface="Arial"/>
                <a:ea typeface="Arial"/>
                <a:cs typeface="Arial"/>
              </a:defRPr>
            </a:pPr>
            <a:r>
              <a:rPr sz="1875" b="0">
                <a:solidFill>
                  <a:srgbClr val="756C78"/>
                </a:solidFill>
                <a:latin typeface="Arial"/>
                <a:ea typeface="Arial"/>
                <a:cs typeface="Arial"/>
              </a:rPr>
              <a:t>Median price</a:t>
            </a:r>
          </a:p>
        </p:txBody>
      </p:sp>
    </p:spTree>
    <p:extLst>
      <p:ext uri="{BB962C8B-B14F-4D97-AF65-F5344CB8AC3E}">
        <p14:creationId xmlns:p14="http://schemas.microsoft.com/office/powerpoint/2010/main" val="994178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5" name="مستطيل 4">
            <a:extLst>
              <a:ext uri="{FF2B5EF4-FFF2-40B4-BE49-F238E27FC236}">
                <a16:creationId xmlns:a16="http://schemas.microsoft.com/office/drawing/2014/main" id="{9937E7D5-CEAB-4E92-8DF4-7B3B685F1C8C}"/>
              </a:ext>
            </a:extLst>
          </p:cNvPr>
          <p:cNvSpPr>
            <a:spLocks noGrp="1"/>
          </p:cNvSpPr>
          <p:nvPr/>
        </p:nvSpPr>
        <p:spPr>
          <a:xfrm>
            <a:off x="685800" y="457200"/>
            <a:ext cx="10820400" cy="742950"/>
          </a:xfrm>
          <a:prstGeom prst="rect">
            <a:avLst/>
          </a:prstGeom>
          <a:noFill/>
          <a:ln w="0">
            <a:noFill/>
          </a:ln>
        </p:spPr>
        <p:txBody>
          <a:bodyPr lIns="0" tIns="0" rIns="0" bIns="0" anchor="ctr"/>
          <a:lstStyle>
            <a:defPPr algn="l">
              <a:defRPr sz="3300" b="1">
                <a:solidFill>
                  <a:srgbClr val="26182E"/>
                </a:solidFill>
                <a:latin typeface="Arial"/>
                <a:ea typeface="Arial"/>
                <a:cs typeface="Arial"/>
              </a:defRPr>
            </a:defPPr>
            <a:lvl1pPr algn="l">
              <a:defRPr sz="3300" b="1">
                <a:solidFill>
                  <a:srgbClr val="26182E"/>
                </a:solidFill>
                <a:latin typeface="Arial"/>
                <a:ea typeface="Arial"/>
                <a:cs typeface="Arial"/>
              </a:defRPr>
            </a:lvl1pPr>
            <a:lvl2pPr algn="l">
              <a:defRPr sz="3300" b="1">
                <a:solidFill>
                  <a:srgbClr val="26182E"/>
                </a:solidFill>
                <a:latin typeface="Arial"/>
                <a:ea typeface="Arial"/>
                <a:cs typeface="Arial"/>
              </a:defRPr>
            </a:lvl2pPr>
            <a:lvl3pPr algn="l">
              <a:defRPr sz="3300" b="1">
                <a:solidFill>
                  <a:srgbClr val="26182E"/>
                </a:solidFill>
                <a:latin typeface="Arial"/>
                <a:ea typeface="Arial"/>
                <a:cs typeface="Arial"/>
              </a:defRPr>
            </a:lvl3pPr>
            <a:lvl4pPr algn="l">
              <a:defRPr sz="3300" b="1">
                <a:solidFill>
                  <a:srgbClr val="26182E"/>
                </a:solidFill>
                <a:latin typeface="Arial"/>
                <a:ea typeface="Arial"/>
                <a:cs typeface="Arial"/>
              </a:defRPr>
            </a:lvl4pPr>
            <a:lvl5pPr algn="l">
              <a:defRPr sz="3300" b="1">
                <a:solidFill>
                  <a:srgbClr val="26182E"/>
                </a:solidFill>
                <a:latin typeface="Arial"/>
                <a:ea typeface="Arial"/>
                <a:cs typeface="Arial"/>
              </a:defRPr>
            </a:lvl5pPr>
            <a:lvl6pPr algn="l">
              <a:defRPr sz="3300" b="1">
                <a:solidFill>
                  <a:srgbClr val="26182E"/>
                </a:solidFill>
                <a:latin typeface="Arial"/>
                <a:ea typeface="Arial"/>
                <a:cs typeface="Arial"/>
              </a:defRPr>
            </a:lvl6pPr>
            <a:lvl7pPr algn="l">
              <a:defRPr sz="3300" b="1">
                <a:solidFill>
                  <a:srgbClr val="26182E"/>
                </a:solidFill>
                <a:latin typeface="Arial"/>
                <a:ea typeface="Arial"/>
                <a:cs typeface="Arial"/>
              </a:defRPr>
            </a:lvl7pPr>
            <a:lvl8pPr algn="l">
              <a:defRPr sz="3300" b="1">
                <a:solidFill>
                  <a:srgbClr val="26182E"/>
                </a:solidFill>
                <a:latin typeface="Arial"/>
                <a:ea typeface="Arial"/>
                <a:cs typeface="Arial"/>
              </a:defRPr>
            </a:lvl8pPr>
            <a:lvl9pPr algn="l">
              <a:defRPr sz="3300" b="1">
                <a:solidFill>
                  <a:srgbClr val="26182E"/>
                </a:solidFill>
                <a:latin typeface="Arial"/>
                <a:ea typeface="Arial"/>
                <a:cs typeface="Arial"/>
              </a:defRPr>
            </a:lvl9pPr>
          </a:lstStyle>
          <a:p>
            <a:pPr algn="l">
              <a:defRPr sz="3300" b="1">
                <a:solidFill>
                  <a:srgbClr val="26182E"/>
                </a:solidFill>
                <a:latin typeface="Arial"/>
                <a:ea typeface="Arial"/>
                <a:cs typeface="Arial"/>
              </a:defRPr>
            </a:pPr>
            <a:r>
              <a:rPr sz="3300" b="1">
                <a:solidFill>
                  <a:srgbClr val="26182E"/>
                </a:solidFill>
                <a:latin typeface="Arial"/>
                <a:ea typeface="Arial"/>
                <a:cs typeface="Arial"/>
              </a:rPr>
              <a:t>Manufacturers with the Most Listed Products</a:t>
            </a:r>
          </a:p>
        </p:txBody>
      </p:sp>
      <p:sp>
        <p:nvSpPr>
          <p:cNvPr id="2" name="مستطيل 1">
            <a:extLst>
              <a:ext uri="{FF2B5EF4-FFF2-40B4-BE49-F238E27FC236}">
                <a16:creationId xmlns:a16="http://schemas.microsoft.com/office/drawing/2014/main" id="{7F521922-B95A-41C3-9787-3831454A0267}"/>
              </a:ext>
            </a:extLst>
          </p:cNvPr>
          <p:cNvSpPr>
            <a:spLocks noGrp="1"/>
          </p:cNvSpPr>
          <p:nvPr/>
        </p:nvSpPr>
        <p:spPr>
          <a:xfrm>
            <a:off x="685800" y="6324600"/>
            <a:ext cx="476250" cy="209550"/>
          </a:xfrm>
          <a:prstGeom prst="rect">
            <a:avLst/>
          </a:prstGeom>
          <a:noFill/>
          <a:ln w="0">
            <a:noFill/>
          </a:ln>
        </p:spPr>
        <p:txBody>
          <a:bodyPr lIns="0" tIns="0" rIns="0" bIns="0" anchor="ctr"/>
          <a:lstStyle>
            <a:defPPr algn="l">
              <a:defRPr sz="1200" b="0">
                <a:solidFill>
                  <a:srgbClr val="756C78"/>
                </a:solidFill>
                <a:latin typeface="Arial"/>
                <a:ea typeface="Arial"/>
                <a:cs typeface="Arial"/>
              </a:defRPr>
            </a:defPPr>
            <a:lvl1pPr algn="l">
              <a:defRPr sz="1200" b="0">
                <a:solidFill>
                  <a:srgbClr val="756C78"/>
                </a:solidFill>
                <a:latin typeface="Arial"/>
                <a:ea typeface="Arial"/>
                <a:cs typeface="Arial"/>
              </a:defRPr>
            </a:lvl1pPr>
            <a:lvl2pPr algn="l">
              <a:defRPr sz="1200" b="0">
                <a:solidFill>
                  <a:srgbClr val="756C78"/>
                </a:solidFill>
                <a:latin typeface="Arial"/>
                <a:ea typeface="Arial"/>
                <a:cs typeface="Arial"/>
              </a:defRPr>
            </a:lvl2pPr>
            <a:lvl3pPr algn="l">
              <a:defRPr sz="1200" b="0">
                <a:solidFill>
                  <a:srgbClr val="756C78"/>
                </a:solidFill>
                <a:latin typeface="Arial"/>
                <a:ea typeface="Arial"/>
                <a:cs typeface="Arial"/>
              </a:defRPr>
            </a:lvl3pPr>
            <a:lvl4pPr algn="l">
              <a:defRPr sz="1200" b="0">
                <a:solidFill>
                  <a:srgbClr val="756C78"/>
                </a:solidFill>
                <a:latin typeface="Arial"/>
                <a:ea typeface="Arial"/>
                <a:cs typeface="Arial"/>
              </a:defRPr>
            </a:lvl4pPr>
            <a:lvl5pPr algn="l">
              <a:defRPr sz="1200" b="0">
                <a:solidFill>
                  <a:srgbClr val="756C78"/>
                </a:solidFill>
                <a:latin typeface="Arial"/>
                <a:ea typeface="Arial"/>
                <a:cs typeface="Arial"/>
              </a:defRPr>
            </a:lvl5pPr>
            <a:lvl6pPr algn="l">
              <a:defRPr sz="1200" b="0">
                <a:solidFill>
                  <a:srgbClr val="756C78"/>
                </a:solidFill>
                <a:latin typeface="Arial"/>
                <a:ea typeface="Arial"/>
                <a:cs typeface="Arial"/>
              </a:defRPr>
            </a:lvl6pPr>
            <a:lvl7pPr algn="l">
              <a:defRPr sz="1200" b="0">
                <a:solidFill>
                  <a:srgbClr val="756C78"/>
                </a:solidFill>
                <a:latin typeface="Arial"/>
                <a:ea typeface="Arial"/>
                <a:cs typeface="Arial"/>
              </a:defRPr>
            </a:lvl7pPr>
            <a:lvl8pPr algn="l">
              <a:defRPr sz="1200" b="0">
                <a:solidFill>
                  <a:srgbClr val="756C78"/>
                </a:solidFill>
                <a:latin typeface="Arial"/>
                <a:ea typeface="Arial"/>
                <a:cs typeface="Arial"/>
              </a:defRPr>
            </a:lvl8pPr>
            <a:lvl9pPr algn="l">
              <a:defRPr sz="1200" b="0">
                <a:solidFill>
                  <a:srgbClr val="756C78"/>
                </a:solidFill>
                <a:latin typeface="Arial"/>
                <a:ea typeface="Arial"/>
                <a:cs typeface="Arial"/>
              </a:defRPr>
            </a:lvl9pPr>
          </a:lstStyle>
          <a:p>
            <a:pPr algn="l">
              <a:defRPr sz="1200" b="0">
                <a:solidFill>
                  <a:srgbClr val="756C78"/>
                </a:solidFill>
                <a:latin typeface="Arial"/>
                <a:ea typeface="Arial"/>
                <a:cs typeface="Arial"/>
              </a:defRPr>
            </a:pPr>
            <a:r>
              <a:rPr sz="1200" b="0">
                <a:solidFill>
                  <a:srgbClr val="756C78"/>
                </a:solidFill>
                <a:latin typeface="Arial"/>
                <a:ea typeface="Arial"/>
                <a:cs typeface="Arial"/>
              </a:rPr>
              <a:t>09</a:t>
            </a:r>
          </a:p>
        </p:txBody>
      </p:sp>
      <p:graphicFrame>
        <p:nvGraphicFramePr>
          <p:cNvPr id="3" name="Chart">
            <a:extLst>
              <a:ext uri="{FF2B5EF4-FFF2-40B4-BE49-F238E27FC236}">
                <a16:creationId xmlns:a16="http://schemas.microsoft.com/office/drawing/2014/main" id="{4C681321-7DFA-417B-897C-5471DBD6AFF8}"/>
              </a:ext>
            </a:extLst>
          </p:cNvPr>
          <p:cNvGraphicFramePr/>
          <p:nvPr/>
        </p:nvGraphicFramePr>
        <p:xfrm>
          <a:off x="857250" y="1666875"/>
          <a:ext cx="1047750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4" name="مستطيل 3">
            <a:extLst>
              <a:ext uri="{FF2B5EF4-FFF2-40B4-BE49-F238E27FC236}">
                <a16:creationId xmlns:a16="http://schemas.microsoft.com/office/drawing/2014/main" id="{0E418401-6F43-47C9-B70F-C9011743371A}"/>
              </a:ext>
            </a:extLst>
          </p:cNvPr>
          <p:cNvSpPr>
            <a:spLocks noGrp="1"/>
          </p:cNvSpPr>
          <p:nvPr/>
        </p:nvSpPr>
        <p:spPr>
          <a:xfrm>
            <a:off x="857250" y="5743575"/>
            <a:ext cx="10477500" cy="400050"/>
          </a:xfrm>
          <a:prstGeom prst="rect">
            <a:avLst/>
          </a:prstGeom>
          <a:noFill/>
          <a:ln w="0">
            <a:noFill/>
          </a:ln>
        </p:spPr>
        <p:txBody>
          <a:bodyPr lIns="0" tIns="0" rIns="0" bIns="0" anchor="ctr"/>
          <a:lstStyle>
            <a:defPPr algn="l">
              <a:defRPr sz="1950" b="0">
                <a:solidFill>
                  <a:srgbClr val="756C78"/>
                </a:solidFill>
                <a:latin typeface="Arial"/>
                <a:ea typeface="Arial"/>
                <a:cs typeface="Arial"/>
              </a:defRPr>
            </a:defPPr>
            <a:lvl1pPr algn="l">
              <a:defRPr sz="1950" b="0">
                <a:solidFill>
                  <a:srgbClr val="756C78"/>
                </a:solidFill>
                <a:latin typeface="Arial"/>
                <a:ea typeface="Arial"/>
                <a:cs typeface="Arial"/>
              </a:defRPr>
            </a:lvl1pPr>
            <a:lvl2pPr algn="l">
              <a:defRPr sz="1950" b="0">
                <a:solidFill>
                  <a:srgbClr val="756C78"/>
                </a:solidFill>
                <a:latin typeface="Arial"/>
                <a:ea typeface="Arial"/>
                <a:cs typeface="Arial"/>
              </a:defRPr>
            </a:lvl2pPr>
            <a:lvl3pPr algn="l">
              <a:defRPr sz="1950" b="0">
                <a:solidFill>
                  <a:srgbClr val="756C78"/>
                </a:solidFill>
                <a:latin typeface="Arial"/>
                <a:ea typeface="Arial"/>
                <a:cs typeface="Arial"/>
              </a:defRPr>
            </a:lvl3pPr>
            <a:lvl4pPr algn="l">
              <a:defRPr sz="1950" b="0">
                <a:solidFill>
                  <a:srgbClr val="756C78"/>
                </a:solidFill>
                <a:latin typeface="Arial"/>
                <a:ea typeface="Arial"/>
                <a:cs typeface="Arial"/>
              </a:defRPr>
            </a:lvl4pPr>
            <a:lvl5pPr algn="l">
              <a:defRPr sz="1950" b="0">
                <a:solidFill>
                  <a:srgbClr val="756C78"/>
                </a:solidFill>
                <a:latin typeface="Arial"/>
                <a:ea typeface="Arial"/>
                <a:cs typeface="Arial"/>
              </a:defRPr>
            </a:lvl5pPr>
            <a:lvl6pPr algn="l">
              <a:defRPr sz="1950" b="0">
                <a:solidFill>
                  <a:srgbClr val="756C78"/>
                </a:solidFill>
                <a:latin typeface="Arial"/>
                <a:ea typeface="Arial"/>
                <a:cs typeface="Arial"/>
              </a:defRPr>
            </a:lvl6pPr>
            <a:lvl7pPr algn="l">
              <a:defRPr sz="1950" b="0">
                <a:solidFill>
                  <a:srgbClr val="756C78"/>
                </a:solidFill>
                <a:latin typeface="Arial"/>
                <a:ea typeface="Arial"/>
                <a:cs typeface="Arial"/>
              </a:defRPr>
            </a:lvl7pPr>
            <a:lvl8pPr algn="l">
              <a:defRPr sz="1950" b="0">
                <a:solidFill>
                  <a:srgbClr val="756C78"/>
                </a:solidFill>
                <a:latin typeface="Arial"/>
                <a:ea typeface="Arial"/>
                <a:cs typeface="Arial"/>
              </a:defRPr>
            </a:lvl8pPr>
            <a:lvl9pPr algn="l">
              <a:defRPr sz="1950" b="0">
                <a:solidFill>
                  <a:srgbClr val="756C78"/>
                </a:solidFill>
                <a:latin typeface="Arial"/>
                <a:ea typeface="Arial"/>
                <a:cs typeface="Arial"/>
              </a:defRPr>
            </a:lvl9pPr>
          </a:lstStyle>
          <a:p>
            <a:pPr algn="l">
              <a:defRPr sz="1950" b="0">
                <a:solidFill>
                  <a:srgbClr val="756C78"/>
                </a:solidFill>
                <a:latin typeface="Arial"/>
                <a:ea typeface="Arial"/>
                <a:cs typeface="Arial"/>
              </a:defRPr>
            </a:pPr>
            <a:r>
              <a:rPr sz="1950" b="0">
                <a:solidFill>
                  <a:srgbClr val="756C78"/>
                </a:solidFill>
                <a:latin typeface="Arial"/>
                <a:ea typeface="Arial"/>
                <a:cs typeface="Arial"/>
              </a:rPr>
              <a:t>Listed product counts by manufacturer. Sales data are unavailable.</a:t>
            </a:r>
          </a:p>
        </p:txBody>
      </p:sp>
    </p:spTree>
    <p:extLst>
      <p:ext uri="{BB962C8B-B14F-4D97-AF65-F5344CB8AC3E}">
        <p14:creationId xmlns:p14="http://schemas.microsoft.com/office/powerpoint/2010/main" val="6184750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8" name="مستطيل 7">
            <a:extLst>
              <a:ext uri="{FF2B5EF4-FFF2-40B4-BE49-F238E27FC236}">
                <a16:creationId xmlns:a16="http://schemas.microsoft.com/office/drawing/2014/main" id="{70429565-8D3D-4710-9CBE-37293F309466}"/>
              </a:ext>
            </a:extLst>
          </p:cNvPr>
          <p:cNvSpPr>
            <a:spLocks noGrp="1"/>
          </p:cNvSpPr>
          <p:nvPr/>
        </p:nvSpPr>
        <p:spPr>
          <a:xfrm>
            <a:off x="685800" y="457200"/>
            <a:ext cx="10820400" cy="742950"/>
          </a:xfrm>
          <a:prstGeom prst="rect">
            <a:avLst/>
          </a:prstGeom>
          <a:noFill/>
          <a:ln w="0">
            <a:noFill/>
          </a:ln>
        </p:spPr>
        <p:txBody>
          <a:bodyPr lIns="0" tIns="0" rIns="0" bIns="0" anchor="ctr"/>
          <a:lstStyle>
            <a:defPPr algn="l">
              <a:defRPr sz="3300" b="1">
                <a:solidFill>
                  <a:srgbClr val="26182E"/>
                </a:solidFill>
                <a:latin typeface="Arial"/>
                <a:ea typeface="Arial"/>
                <a:cs typeface="Arial"/>
              </a:defRPr>
            </a:defPPr>
            <a:lvl1pPr algn="l">
              <a:defRPr sz="3300" b="1">
                <a:solidFill>
                  <a:srgbClr val="26182E"/>
                </a:solidFill>
                <a:latin typeface="Arial"/>
                <a:ea typeface="Arial"/>
                <a:cs typeface="Arial"/>
              </a:defRPr>
            </a:lvl1pPr>
            <a:lvl2pPr algn="l">
              <a:defRPr sz="3300" b="1">
                <a:solidFill>
                  <a:srgbClr val="26182E"/>
                </a:solidFill>
                <a:latin typeface="Arial"/>
                <a:ea typeface="Arial"/>
                <a:cs typeface="Arial"/>
              </a:defRPr>
            </a:lvl2pPr>
            <a:lvl3pPr algn="l">
              <a:defRPr sz="3300" b="1">
                <a:solidFill>
                  <a:srgbClr val="26182E"/>
                </a:solidFill>
                <a:latin typeface="Arial"/>
                <a:ea typeface="Arial"/>
                <a:cs typeface="Arial"/>
              </a:defRPr>
            </a:lvl3pPr>
            <a:lvl4pPr algn="l">
              <a:defRPr sz="3300" b="1">
                <a:solidFill>
                  <a:srgbClr val="26182E"/>
                </a:solidFill>
                <a:latin typeface="Arial"/>
                <a:ea typeface="Arial"/>
                <a:cs typeface="Arial"/>
              </a:defRPr>
            </a:lvl4pPr>
            <a:lvl5pPr algn="l">
              <a:defRPr sz="3300" b="1">
                <a:solidFill>
                  <a:srgbClr val="26182E"/>
                </a:solidFill>
                <a:latin typeface="Arial"/>
                <a:ea typeface="Arial"/>
                <a:cs typeface="Arial"/>
              </a:defRPr>
            </a:lvl5pPr>
            <a:lvl6pPr algn="l">
              <a:defRPr sz="3300" b="1">
                <a:solidFill>
                  <a:srgbClr val="26182E"/>
                </a:solidFill>
                <a:latin typeface="Arial"/>
                <a:ea typeface="Arial"/>
                <a:cs typeface="Arial"/>
              </a:defRPr>
            </a:lvl6pPr>
            <a:lvl7pPr algn="l">
              <a:defRPr sz="3300" b="1">
                <a:solidFill>
                  <a:srgbClr val="26182E"/>
                </a:solidFill>
                <a:latin typeface="Arial"/>
                <a:ea typeface="Arial"/>
                <a:cs typeface="Arial"/>
              </a:defRPr>
            </a:lvl7pPr>
            <a:lvl8pPr algn="l">
              <a:defRPr sz="3300" b="1">
                <a:solidFill>
                  <a:srgbClr val="26182E"/>
                </a:solidFill>
                <a:latin typeface="Arial"/>
                <a:ea typeface="Arial"/>
                <a:cs typeface="Arial"/>
              </a:defRPr>
            </a:lvl8pPr>
            <a:lvl9pPr algn="l">
              <a:defRPr sz="3300" b="1">
                <a:solidFill>
                  <a:srgbClr val="26182E"/>
                </a:solidFill>
                <a:latin typeface="Arial"/>
                <a:ea typeface="Arial"/>
                <a:cs typeface="Arial"/>
              </a:defRPr>
            </a:lvl9pPr>
          </a:lstStyle>
          <a:p>
            <a:pPr algn="l">
              <a:defRPr sz="3300" b="1">
                <a:solidFill>
                  <a:srgbClr val="26182E"/>
                </a:solidFill>
                <a:latin typeface="Arial"/>
                <a:ea typeface="Arial"/>
                <a:cs typeface="Arial"/>
              </a:defRPr>
            </a:pPr>
            <a:r>
              <a:rPr sz="3300" b="1">
                <a:solidFill>
                  <a:srgbClr val="26182E"/>
                </a:solidFill>
                <a:latin typeface="Arial"/>
                <a:ea typeface="Arial"/>
                <a:cs typeface="Arial"/>
              </a:rPr>
              <a:t>Alternative Comparison Method</a:t>
            </a:r>
          </a:p>
        </p:txBody>
      </p:sp>
      <p:sp>
        <p:nvSpPr>
          <p:cNvPr id="2" name="مستطيل 1">
            <a:extLst>
              <a:ext uri="{FF2B5EF4-FFF2-40B4-BE49-F238E27FC236}">
                <a16:creationId xmlns:a16="http://schemas.microsoft.com/office/drawing/2014/main" id="{F1C11C24-4288-427E-AAA7-44E8FB8A9C8E}"/>
              </a:ext>
            </a:extLst>
          </p:cNvPr>
          <p:cNvSpPr>
            <a:spLocks noGrp="1"/>
          </p:cNvSpPr>
          <p:nvPr/>
        </p:nvSpPr>
        <p:spPr>
          <a:xfrm>
            <a:off x="685800" y="6324600"/>
            <a:ext cx="476250" cy="209550"/>
          </a:xfrm>
          <a:prstGeom prst="rect">
            <a:avLst/>
          </a:prstGeom>
          <a:noFill/>
          <a:ln w="0">
            <a:noFill/>
          </a:ln>
        </p:spPr>
        <p:txBody>
          <a:bodyPr lIns="0" tIns="0" rIns="0" bIns="0" anchor="ctr"/>
          <a:lstStyle>
            <a:defPPr algn="l">
              <a:defRPr sz="1200" b="0">
                <a:solidFill>
                  <a:srgbClr val="756C78"/>
                </a:solidFill>
                <a:latin typeface="Arial"/>
                <a:ea typeface="Arial"/>
                <a:cs typeface="Arial"/>
              </a:defRPr>
            </a:defPPr>
            <a:lvl1pPr algn="l">
              <a:defRPr sz="1200" b="0">
                <a:solidFill>
                  <a:srgbClr val="756C78"/>
                </a:solidFill>
                <a:latin typeface="Arial"/>
                <a:ea typeface="Arial"/>
                <a:cs typeface="Arial"/>
              </a:defRPr>
            </a:lvl1pPr>
            <a:lvl2pPr algn="l">
              <a:defRPr sz="1200" b="0">
                <a:solidFill>
                  <a:srgbClr val="756C78"/>
                </a:solidFill>
                <a:latin typeface="Arial"/>
                <a:ea typeface="Arial"/>
                <a:cs typeface="Arial"/>
              </a:defRPr>
            </a:lvl2pPr>
            <a:lvl3pPr algn="l">
              <a:defRPr sz="1200" b="0">
                <a:solidFill>
                  <a:srgbClr val="756C78"/>
                </a:solidFill>
                <a:latin typeface="Arial"/>
                <a:ea typeface="Arial"/>
                <a:cs typeface="Arial"/>
              </a:defRPr>
            </a:lvl3pPr>
            <a:lvl4pPr algn="l">
              <a:defRPr sz="1200" b="0">
                <a:solidFill>
                  <a:srgbClr val="756C78"/>
                </a:solidFill>
                <a:latin typeface="Arial"/>
                <a:ea typeface="Arial"/>
                <a:cs typeface="Arial"/>
              </a:defRPr>
            </a:lvl4pPr>
            <a:lvl5pPr algn="l">
              <a:defRPr sz="1200" b="0">
                <a:solidFill>
                  <a:srgbClr val="756C78"/>
                </a:solidFill>
                <a:latin typeface="Arial"/>
                <a:ea typeface="Arial"/>
                <a:cs typeface="Arial"/>
              </a:defRPr>
            </a:lvl5pPr>
            <a:lvl6pPr algn="l">
              <a:defRPr sz="1200" b="0">
                <a:solidFill>
                  <a:srgbClr val="756C78"/>
                </a:solidFill>
                <a:latin typeface="Arial"/>
                <a:ea typeface="Arial"/>
                <a:cs typeface="Arial"/>
              </a:defRPr>
            </a:lvl6pPr>
            <a:lvl7pPr algn="l">
              <a:defRPr sz="1200" b="0">
                <a:solidFill>
                  <a:srgbClr val="756C78"/>
                </a:solidFill>
                <a:latin typeface="Arial"/>
                <a:ea typeface="Arial"/>
                <a:cs typeface="Arial"/>
              </a:defRPr>
            </a:lvl7pPr>
            <a:lvl8pPr algn="l">
              <a:defRPr sz="1200" b="0">
                <a:solidFill>
                  <a:srgbClr val="756C78"/>
                </a:solidFill>
                <a:latin typeface="Arial"/>
                <a:ea typeface="Arial"/>
                <a:cs typeface="Arial"/>
              </a:defRPr>
            </a:lvl8pPr>
            <a:lvl9pPr algn="l">
              <a:defRPr sz="1200" b="0">
                <a:solidFill>
                  <a:srgbClr val="756C78"/>
                </a:solidFill>
                <a:latin typeface="Arial"/>
                <a:ea typeface="Arial"/>
                <a:cs typeface="Arial"/>
              </a:defRPr>
            </a:lvl9pPr>
          </a:lstStyle>
          <a:p>
            <a:pPr algn="l">
              <a:defRPr sz="1200" b="0">
                <a:solidFill>
                  <a:srgbClr val="756C78"/>
                </a:solidFill>
                <a:latin typeface="Arial"/>
                <a:ea typeface="Arial"/>
                <a:cs typeface="Arial"/>
              </a:defRPr>
            </a:pPr>
            <a:r>
              <a:rPr sz="1200" b="0">
                <a:solidFill>
                  <a:srgbClr val="756C78"/>
                </a:solidFill>
                <a:latin typeface="Arial"/>
                <a:ea typeface="Arial"/>
                <a:cs typeface="Arial"/>
              </a:rPr>
              <a:t>10</a:t>
            </a:r>
          </a:p>
        </p:txBody>
      </p:sp>
      <p:sp>
        <p:nvSpPr>
          <p:cNvPr id="3" name="مستطيل 2">
            <a:extLst>
              <a:ext uri="{FF2B5EF4-FFF2-40B4-BE49-F238E27FC236}">
                <a16:creationId xmlns:a16="http://schemas.microsoft.com/office/drawing/2014/main" id="{BFE68118-08A5-4964-AE2A-CF8EDF25F7A4}"/>
              </a:ext>
            </a:extLst>
          </p:cNvPr>
          <p:cNvSpPr>
            <a:spLocks noGrp="1"/>
          </p:cNvSpPr>
          <p:nvPr/>
        </p:nvSpPr>
        <p:spPr>
          <a:xfrm>
            <a:off x="762000" y="1685925"/>
            <a:ext cx="10668000" cy="742950"/>
          </a:xfrm>
          <a:prstGeom prst="rect">
            <a:avLst/>
          </a:prstGeom>
          <a:noFill/>
          <a:ln w="0">
            <a:noFill/>
          </a:ln>
        </p:spPr>
        <p:txBody>
          <a:bodyPr lIns="0" tIns="0" rIns="0" bIns="0" anchor="ctr"/>
          <a:lstStyle>
            <a:defPPr algn="ctr">
              <a:defRPr sz="3375" b="1">
                <a:solidFill>
                  <a:srgbClr val="522D60"/>
                </a:solidFill>
                <a:latin typeface="Arial"/>
                <a:ea typeface="Arial"/>
                <a:cs typeface="Arial"/>
              </a:defRPr>
            </a:defPPr>
            <a:lvl1pPr algn="ctr">
              <a:defRPr sz="3375" b="1">
                <a:solidFill>
                  <a:srgbClr val="522D60"/>
                </a:solidFill>
                <a:latin typeface="Arial"/>
                <a:ea typeface="Arial"/>
                <a:cs typeface="Arial"/>
              </a:defRPr>
            </a:lvl1pPr>
            <a:lvl2pPr algn="ctr">
              <a:defRPr sz="3375" b="1">
                <a:solidFill>
                  <a:srgbClr val="522D60"/>
                </a:solidFill>
                <a:latin typeface="Arial"/>
                <a:ea typeface="Arial"/>
                <a:cs typeface="Arial"/>
              </a:defRPr>
            </a:lvl2pPr>
            <a:lvl3pPr algn="ctr">
              <a:defRPr sz="3375" b="1">
                <a:solidFill>
                  <a:srgbClr val="522D60"/>
                </a:solidFill>
                <a:latin typeface="Arial"/>
                <a:ea typeface="Arial"/>
                <a:cs typeface="Arial"/>
              </a:defRPr>
            </a:lvl3pPr>
            <a:lvl4pPr algn="ctr">
              <a:defRPr sz="3375" b="1">
                <a:solidFill>
                  <a:srgbClr val="522D60"/>
                </a:solidFill>
                <a:latin typeface="Arial"/>
                <a:ea typeface="Arial"/>
                <a:cs typeface="Arial"/>
              </a:defRPr>
            </a:lvl4pPr>
            <a:lvl5pPr algn="ctr">
              <a:defRPr sz="3375" b="1">
                <a:solidFill>
                  <a:srgbClr val="522D60"/>
                </a:solidFill>
                <a:latin typeface="Arial"/>
                <a:ea typeface="Arial"/>
                <a:cs typeface="Arial"/>
              </a:defRPr>
            </a:lvl5pPr>
            <a:lvl6pPr algn="ctr">
              <a:defRPr sz="3375" b="1">
                <a:solidFill>
                  <a:srgbClr val="522D60"/>
                </a:solidFill>
                <a:latin typeface="Arial"/>
                <a:ea typeface="Arial"/>
                <a:cs typeface="Arial"/>
              </a:defRPr>
            </a:lvl6pPr>
            <a:lvl7pPr algn="ctr">
              <a:defRPr sz="3375" b="1">
                <a:solidFill>
                  <a:srgbClr val="522D60"/>
                </a:solidFill>
                <a:latin typeface="Arial"/>
                <a:ea typeface="Arial"/>
                <a:cs typeface="Arial"/>
              </a:defRPr>
            </a:lvl7pPr>
            <a:lvl8pPr algn="ctr">
              <a:defRPr sz="3375" b="1">
                <a:solidFill>
                  <a:srgbClr val="522D60"/>
                </a:solidFill>
                <a:latin typeface="Arial"/>
                <a:ea typeface="Arial"/>
                <a:cs typeface="Arial"/>
              </a:defRPr>
            </a:lvl8pPr>
            <a:lvl9pPr algn="ctr">
              <a:defRPr sz="3375" b="1">
                <a:solidFill>
                  <a:srgbClr val="522D60"/>
                </a:solidFill>
                <a:latin typeface="Arial"/>
                <a:ea typeface="Arial"/>
                <a:cs typeface="Arial"/>
              </a:defRPr>
            </a:lvl9pPr>
          </a:lstStyle>
          <a:p>
            <a:pPr algn="ctr">
              <a:defRPr sz="3375" b="1">
                <a:solidFill>
                  <a:srgbClr val="522D60"/>
                </a:solidFill>
                <a:latin typeface="Arial"/>
                <a:ea typeface="Arial"/>
                <a:cs typeface="Arial"/>
              </a:defRPr>
            </a:pPr>
            <a:r>
              <a:rPr sz="3375" b="1">
                <a:solidFill>
                  <a:srgbClr val="522D60"/>
                </a:solidFill>
                <a:latin typeface="Arial"/>
                <a:ea typeface="Arial"/>
                <a:cs typeface="Arial"/>
              </a:rPr>
              <a:t>Generic + Dosage Form + Strength</a:t>
            </a:r>
          </a:p>
        </p:txBody>
      </p:sp>
      <p:sp>
        <p:nvSpPr>
          <p:cNvPr id="4" name="مستطيل 3">
            <a:extLst>
              <a:ext uri="{FF2B5EF4-FFF2-40B4-BE49-F238E27FC236}">
                <a16:creationId xmlns:a16="http://schemas.microsoft.com/office/drawing/2014/main" id="{188C8F33-4131-445E-9AFA-207F260D6EC8}"/>
              </a:ext>
            </a:extLst>
          </p:cNvPr>
          <p:cNvSpPr>
            <a:spLocks noGrp="1"/>
          </p:cNvSpPr>
          <p:nvPr/>
        </p:nvSpPr>
        <p:spPr>
          <a:xfrm>
            <a:off x="952500" y="2857500"/>
            <a:ext cx="10287000" cy="523875"/>
          </a:xfrm>
          <a:prstGeom prst="rect">
            <a:avLst/>
          </a:prstGeom>
          <a:noFill/>
          <a:ln w="0">
            <a:noFill/>
          </a:ln>
        </p:spPr>
        <p:txBody>
          <a:bodyPr lIns="0" tIns="0" rIns="0" bIns="0" anchor="ctr"/>
          <a:lstStyle>
            <a:defPPr algn="l">
              <a:defRPr sz="2325" b="0">
                <a:solidFill>
                  <a:srgbClr val="26182E"/>
                </a:solidFill>
                <a:latin typeface="Arial"/>
                <a:ea typeface="Arial"/>
                <a:cs typeface="Arial"/>
              </a:defRPr>
            </a:defPPr>
            <a:lvl1pPr algn="l">
              <a:defRPr sz="2325" b="0">
                <a:solidFill>
                  <a:srgbClr val="26182E"/>
                </a:solidFill>
                <a:latin typeface="Arial"/>
                <a:ea typeface="Arial"/>
                <a:cs typeface="Arial"/>
              </a:defRPr>
            </a:lvl1pPr>
            <a:lvl2pPr algn="l">
              <a:defRPr sz="2325" b="0">
                <a:solidFill>
                  <a:srgbClr val="26182E"/>
                </a:solidFill>
                <a:latin typeface="Arial"/>
                <a:ea typeface="Arial"/>
                <a:cs typeface="Arial"/>
              </a:defRPr>
            </a:lvl2pPr>
            <a:lvl3pPr algn="l">
              <a:defRPr sz="2325" b="0">
                <a:solidFill>
                  <a:srgbClr val="26182E"/>
                </a:solidFill>
                <a:latin typeface="Arial"/>
                <a:ea typeface="Arial"/>
                <a:cs typeface="Arial"/>
              </a:defRPr>
            </a:lvl3pPr>
            <a:lvl4pPr algn="l">
              <a:defRPr sz="2325" b="0">
                <a:solidFill>
                  <a:srgbClr val="26182E"/>
                </a:solidFill>
                <a:latin typeface="Arial"/>
                <a:ea typeface="Arial"/>
                <a:cs typeface="Arial"/>
              </a:defRPr>
            </a:lvl4pPr>
            <a:lvl5pPr algn="l">
              <a:defRPr sz="2325" b="0">
                <a:solidFill>
                  <a:srgbClr val="26182E"/>
                </a:solidFill>
                <a:latin typeface="Arial"/>
                <a:ea typeface="Arial"/>
                <a:cs typeface="Arial"/>
              </a:defRPr>
            </a:lvl5pPr>
            <a:lvl6pPr algn="l">
              <a:defRPr sz="2325" b="0">
                <a:solidFill>
                  <a:srgbClr val="26182E"/>
                </a:solidFill>
                <a:latin typeface="Arial"/>
                <a:ea typeface="Arial"/>
                <a:cs typeface="Arial"/>
              </a:defRPr>
            </a:lvl6pPr>
            <a:lvl7pPr algn="l">
              <a:defRPr sz="2325" b="0">
                <a:solidFill>
                  <a:srgbClr val="26182E"/>
                </a:solidFill>
                <a:latin typeface="Arial"/>
                <a:ea typeface="Arial"/>
                <a:cs typeface="Arial"/>
              </a:defRPr>
            </a:lvl7pPr>
            <a:lvl8pPr algn="l">
              <a:defRPr sz="2325" b="0">
                <a:solidFill>
                  <a:srgbClr val="26182E"/>
                </a:solidFill>
                <a:latin typeface="Arial"/>
                <a:ea typeface="Arial"/>
                <a:cs typeface="Arial"/>
              </a:defRPr>
            </a:lvl8pPr>
            <a:lvl9pPr algn="l">
              <a:defRPr sz="2325" b="0">
                <a:solidFill>
                  <a:srgbClr val="26182E"/>
                </a:solidFill>
                <a:latin typeface="Arial"/>
                <a:ea typeface="Arial"/>
                <a:cs typeface="Arial"/>
              </a:defRPr>
            </a:lvl9pPr>
          </a:lstStyle>
          <a:p>
            <a:pPr algn="l">
              <a:defRPr sz="2325" b="0">
                <a:solidFill>
                  <a:srgbClr val="26182E"/>
                </a:solidFill>
                <a:latin typeface="Arial"/>
                <a:ea typeface="Arial"/>
                <a:cs typeface="Arial"/>
              </a:defRPr>
            </a:pPr>
            <a:r>
              <a:rPr sz="2325" b="0">
                <a:solidFill>
                  <a:srgbClr val="26182E"/>
                </a:solidFill>
                <a:latin typeface="Arial"/>
                <a:ea typeface="Arial"/>
                <a:cs typeface="Arial"/>
              </a:rPr>
              <a:t>A known price for every product in the comparison</a:t>
            </a:r>
          </a:p>
        </p:txBody>
      </p:sp>
      <p:sp>
        <p:nvSpPr>
          <p:cNvPr id="5" name="مستطيل 4">
            <a:extLst>
              <a:ext uri="{FF2B5EF4-FFF2-40B4-BE49-F238E27FC236}">
                <a16:creationId xmlns:a16="http://schemas.microsoft.com/office/drawing/2014/main" id="{0681CC12-990A-4965-B1C6-1EDFAEFE8CCB}"/>
              </a:ext>
            </a:extLst>
          </p:cNvPr>
          <p:cNvSpPr>
            <a:spLocks noGrp="1"/>
          </p:cNvSpPr>
          <p:nvPr/>
        </p:nvSpPr>
        <p:spPr>
          <a:xfrm>
            <a:off x="952500" y="3619500"/>
            <a:ext cx="10287000" cy="523875"/>
          </a:xfrm>
          <a:prstGeom prst="rect">
            <a:avLst/>
          </a:prstGeom>
          <a:noFill/>
          <a:ln w="0">
            <a:noFill/>
          </a:ln>
        </p:spPr>
        <p:txBody>
          <a:bodyPr lIns="0" tIns="0" rIns="0" bIns="0" anchor="ctr"/>
          <a:lstStyle>
            <a:defPPr algn="l">
              <a:defRPr sz="2325" b="0">
                <a:solidFill>
                  <a:srgbClr val="26182E"/>
                </a:solidFill>
                <a:latin typeface="Arial"/>
                <a:ea typeface="Arial"/>
                <a:cs typeface="Arial"/>
              </a:defRPr>
            </a:defPPr>
            <a:lvl1pPr algn="l">
              <a:defRPr sz="2325" b="0">
                <a:solidFill>
                  <a:srgbClr val="26182E"/>
                </a:solidFill>
                <a:latin typeface="Arial"/>
                <a:ea typeface="Arial"/>
                <a:cs typeface="Arial"/>
              </a:defRPr>
            </a:lvl1pPr>
            <a:lvl2pPr algn="l">
              <a:defRPr sz="2325" b="0">
                <a:solidFill>
                  <a:srgbClr val="26182E"/>
                </a:solidFill>
                <a:latin typeface="Arial"/>
                <a:ea typeface="Arial"/>
                <a:cs typeface="Arial"/>
              </a:defRPr>
            </a:lvl2pPr>
            <a:lvl3pPr algn="l">
              <a:defRPr sz="2325" b="0">
                <a:solidFill>
                  <a:srgbClr val="26182E"/>
                </a:solidFill>
                <a:latin typeface="Arial"/>
                <a:ea typeface="Arial"/>
                <a:cs typeface="Arial"/>
              </a:defRPr>
            </a:lvl3pPr>
            <a:lvl4pPr algn="l">
              <a:defRPr sz="2325" b="0">
                <a:solidFill>
                  <a:srgbClr val="26182E"/>
                </a:solidFill>
                <a:latin typeface="Arial"/>
                <a:ea typeface="Arial"/>
                <a:cs typeface="Arial"/>
              </a:defRPr>
            </a:lvl4pPr>
            <a:lvl5pPr algn="l">
              <a:defRPr sz="2325" b="0">
                <a:solidFill>
                  <a:srgbClr val="26182E"/>
                </a:solidFill>
                <a:latin typeface="Arial"/>
                <a:ea typeface="Arial"/>
                <a:cs typeface="Arial"/>
              </a:defRPr>
            </a:lvl5pPr>
            <a:lvl6pPr algn="l">
              <a:defRPr sz="2325" b="0">
                <a:solidFill>
                  <a:srgbClr val="26182E"/>
                </a:solidFill>
                <a:latin typeface="Arial"/>
                <a:ea typeface="Arial"/>
                <a:cs typeface="Arial"/>
              </a:defRPr>
            </a:lvl6pPr>
            <a:lvl7pPr algn="l">
              <a:defRPr sz="2325" b="0">
                <a:solidFill>
                  <a:srgbClr val="26182E"/>
                </a:solidFill>
                <a:latin typeface="Arial"/>
                <a:ea typeface="Arial"/>
                <a:cs typeface="Arial"/>
              </a:defRPr>
            </a:lvl7pPr>
            <a:lvl8pPr algn="l">
              <a:defRPr sz="2325" b="0">
                <a:solidFill>
                  <a:srgbClr val="26182E"/>
                </a:solidFill>
                <a:latin typeface="Arial"/>
                <a:ea typeface="Arial"/>
                <a:cs typeface="Arial"/>
              </a:defRPr>
            </a:lvl8pPr>
            <a:lvl9pPr algn="l">
              <a:defRPr sz="2325" b="0">
                <a:solidFill>
                  <a:srgbClr val="26182E"/>
                </a:solidFill>
                <a:latin typeface="Arial"/>
                <a:ea typeface="Arial"/>
                <a:cs typeface="Arial"/>
              </a:defRPr>
            </a:lvl9pPr>
          </a:lstStyle>
          <a:p>
            <a:pPr algn="l">
              <a:defRPr sz="2325" b="0">
                <a:solidFill>
                  <a:srgbClr val="26182E"/>
                </a:solidFill>
                <a:latin typeface="Arial"/>
                <a:ea typeface="Arial"/>
                <a:cs typeface="Arial"/>
              </a:defRPr>
            </a:pPr>
            <a:r>
              <a:rPr sz="2325" b="0">
                <a:solidFill>
                  <a:srgbClr val="26182E"/>
                </a:solidFill>
                <a:latin typeface="Arial"/>
                <a:ea typeface="Arial"/>
                <a:cs typeface="Arial"/>
              </a:rPr>
              <a:t>At least two priced brands within each group</a:t>
            </a:r>
          </a:p>
        </p:txBody>
      </p:sp>
      <p:sp>
        <p:nvSpPr>
          <p:cNvPr id="6" name="مستطيل 5">
            <a:extLst>
              <a:ext uri="{FF2B5EF4-FFF2-40B4-BE49-F238E27FC236}">
                <a16:creationId xmlns:a16="http://schemas.microsoft.com/office/drawing/2014/main" id="{7480C037-7B95-4E74-9CB9-A6FF3410F8F6}"/>
              </a:ext>
            </a:extLst>
          </p:cNvPr>
          <p:cNvSpPr>
            <a:spLocks noGrp="1"/>
          </p:cNvSpPr>
          <p:nvPr/>
        </p:nvSpPr>
        <p:spPr>
          <a:xfrm>
            <a:off x="952500" y="4381500"/>
            <a:ext cx="10287000" cy="666750"/>
          </a:xfrm>
          <a:prstGeom prst="rect">
            <a:avLst/>
          </a:prstGeom>
          <a:noFill/>
          <a:ln w="0">
            <a:noFill/>
          </a:ln>
        </p:spPr>
        <p:txBody>
          <a:bodyPr lIns="0" tIns="0" rIns="0" bIns="0" anchor="ctr"/>
          <a:lstStyle>
            <a:defPPr algn="l">
              <a:defRPr sz="2325" b="0">
                <a:solidFill>
                  <a:srgbClr val="26182E"/>
                </a:solidFill>
                <a:latin typeface="Arial"/>
                <a:ea typeface="Arial"/>
                <a:cs typeface="Arial"/>
              </a:defRPr>
            </a:defPPr>
            <a:lvl1pPr algn="l">
              <a:defRPr sz="2325" b="0">
                <a:solidFill>
                  <a:srgbClr val="26182E"/>
                </a:solidFill>
                <a:latin typeface="Arial"/>
                <a:ea typeface="Arial"/>
                <a:cs typeface="Arial"/>
              </a:defRPr>
            </a:lvl1pPr>
            <a:lvl2pPr algn="l">
              <a:defRPr sz="2325" b="0">
                <a:solidFill>
                  <a:srgbClr val="26182E"/>
                </a:solidFill>
                <a:latin typeface="Arial"/>
                <a:ea typeface="Arial"/>
                <a:cs typeface="Arial"/>
              </a:defRPr>
            </a:lvl2pPr>
            <a:lvl3pPr algn="l">
              <a:defRPr sz="2325" b="0">
                <a:solidFill>
                  <a:srgbClr val="26182E"/>
                </a:solidFill>
                <a:latin typeface="Arial"/>
                <a:ea typeface="Arial"/>
                <a:cs typeface="Arial"/>
              </a:defRPr>
            </a:lvl3pPr>
            <a:lvl4pPr algn="l">
              <a:defRPr sz="2325" b="0">
                <a:solidFill>
                  <a:srgbClr val="26182E"/>
                </a:solidFill>
                <a:latin typeface="Arial"/>
                <a:ea typeface="Arial"/>
                <a:cs typeface="Arial"/>
              </a:defRPr>
            </a:lvl4pPr>
            <a:lvl5pPr algn="l">
              <a:defRPr sz="2325" b="0">
                <a:solidFill>
                  <a:srgbClr val="26182E"/>
                </a:solidFill>
                <a:latin typeface="Arial"/>
                <a:ea typeface="Arial"/>
                <a:cs typeface="Arial"/>
              </a:defRPr>
            </a:lvl5pPr>
            <a:lvl6pPr algn="l">
              <a:defRPr sz="2325" b="0">
                <a:solidFill>
                  <a:srgbClr val="26182E"/>
                </a:solidFill>
                <a:latin typeface="Arial"/>
                <a:ea typeface="Arial"/>
                <a:cs typeface="Arial"/>
              </a:defRPr>
            </a:lvl6pPr>
            <a:lvl7pPr algn="l">
              <a:defRPr sz="2325" b="0">
                <a:solidFill>
                  <a:srgbClr val="26182E"/>
                </a:solidFill>
                <a:latin typeface="Arial"/>
                <a:ea typeface="Arial"/>
                <a:cs typeface="Arial"/>
              </a:defRPr>
            </a:lvl7pPr>
            <a:lvl8pPr algn="l">
              <a:defRPr sz="2325" b="0">
                <a:solidFill>
                  <a:srgbClr val="26182E"/>
                </a:solidFill>
                <a:latin typeface="Arial"/>
                <a:ea typeface="Arial"/>
                <a:cs typeface="Arial"/>
              </a:defRPr>
            </a:lvl8pPr>
            <a:lvl9pPr algn="l">
              <a:defRPr sz="2325" b="0">
                <a:solidFill>
                  <a:srgbClr val="26182E"/>
                </a:solidFill>
                <a:latin typeface="Arial"/>
                <a:ea typeface="Arial"/>
                <a:cs typeface="Arial"/>
              </a:defRPr>
            </a:lvl9pPr>
          </a:lstStyle>
          <a:p>
            <a:pPr algn="l">
              <a:defRPr sz="2325" b="0">
                <a:solidFill>
                  <a:srgbClr val="26182E"/>
                </a:solidFill>
                <a:latin typeface="Arial"/>
                <a:ea typeface="Arial"/>
                <a:cs typeface="Arial"/>
              </a:defRPr>
            </a:pPr>
            <a:r>
              <a:rPr sz="2325" b="0">
                <a:solidFill>
                  <a:srgbClr val="26182E"/>
                </a:solidFill>
                <a:latin typeface="Arial"/>
                <a:ea typeface="Arial"/>
                <a:cs typeface="Arial"/>
              </a:rPr>
              <a:t>Exclude groups mixing unit and container price bases</a:t>
            </a:r>
          </a:p>
        </p:txBody>
      </p:sp>
      <p:sp>
        <p:nvSpPr>
          <p:cNvPr id="7" name="مستطيل 6">
            <a:extLst>
              <a:ext uri="{FF2B5EF4-FFF2-40B4-BE49-F238E27FC236}">
                <a16:creationId xmlns:a16="http://schemas.microsoft.com/office/drawing/2014/main" id="{16B7EFDE-F256-4B28-833D-37ADB0582F01}"/>
              </a:ext>
            </a:extLst>
          </p:cNvPr>
          <p:cNvSpPr>
            <a:spLocks noGrp="1"/>
          </p:cNvSpPr>
          <p:nvPr/>
        </p:nvSpPr>
        <p:spPr>
          <a:xfrm>
            <a:off x="762000" y="5476875"/>
            <a:ext cx="10668000" cy="561975"/>
          </a:xfrm>
          <a:prstGeom prst="rect">
            <a:avLst/>
          </a:prstGeom>
          <a:noFill/>
          <a:ln w="0">
            <a:noFill/>
          </a:ln>
        </p:spPr>
        <p:txBody>
          <a:bodyPr lIns="0" tIns="0" rIns="0" bIns="0" anchor="ctr"/>
          <a:lstStyle>
            <a:defPPr algn="ctr">
              <a:defRPr sz="2700" b="1">
                <a:solidFill>
                  <a:srgbClr val="522D60"/>
                </a:solidFill>
                <a:latin typeface="Arial"/>
                <a:ea typeface="Arial"/>
                <a:cs typeface="Arial"/>
              </a:defRPr>
            </a:defPPr>
            <a:lvl1pPr algn="ctr">
              <a:defRPr sz="2700" b="1">
                <a:solidFill>
                  <a:srgbClr val="522D60"/>
                </a:solidFill>
                <a:latin typeface="Arial"/>
                <a:ea typeface="Arial"/>
                <a:cs typeface="Arial"/>
              </a:defRPr>
            </a:lvl1pPr>
            <a:lvl2pPr algn="ctr">
              <a:defRPr sz="2700" b="1">
                <a:solidFill>
                  <a:srgbClr val="522D60"/>
                </a:solidFill>
                <a:latin typeface="Arial"/>
                <a:ea typeface="Arial"/>
                <a:cs typeface="Arial"/>
              </a:defRPr>
            </a:lvl2pPr>
            <a:lvl3pPr algn="ctr">
              <a:defRPr sz="2700" b="1">
                <a:solidFill>
                  <a:srgbClr val="522D60"/>
                </a:solidFill>
                <a:latin typeface="Arial"/>
                <a:ea typeface="Arial"/>
                <a:cs typeface="Arial"/>
              </a:defRPr>
            </a:lvl3pPr>
            <a:lvl4pPr algn="ctr">
              <a:defRPr sz="2700" b="1">
                <a:solidFill>
                  <a:srgbClr val="522D60"/>
                </a:solidFill>
                <a:latin typeface="Arial"/>
                <a:ea typeface="Arial"/>
                <a:cs typeface="Arial"/>
              </a:defRPr>
            </a:lvl4pPr>
            <a:lvl5pPr algn="ctr">
              <a:defRPr sz="2700" b="1">
                <a:solidFill>
                  <a:srgbClr val="522D60"/>
                </a:solidFill>
                <a:latin typeface="Arial"/>
                <a:ea typeface="Arial"/>
                <a:cs typeface="Arial"/>
              </a:defRPr>
            </a:lvl5pPr>
            <a:lvl6pPr algn="ctr">
              <a:defRPr sz="2700" b="1">
                <a:solidFill>
                  <a:srgbClr val="522D60"/>
                </a:solidFill>
                <a:latin typeface="Arial"/>
                <a:ea typeface="Arial"/>
                <a:cs typeface="Arial"/>
              </a:defRPr>
            </a:lvl6pPr>
            <a:lvl7pPr algn="ctr">
              <a:defRPr sz="2700" b="1">
                <a:solidFill>
                  <a:srgbClr val="522D60"/>
                </a:solidFill>
                <a:latin typeface="Arial"/>
                <a:ea typeface="Arial"/>
                <a:cs typeface="Arial"/>
              </a:defRPr>
            </a:lvl7pPr>
            <a:lvl8pPr algn="ctr">
              <a:defRPr sz="2700" b="1">
                <a:solidFill>
                  <a:srgbClr val="522D60"/>
                </a:solidFill>
                <a:latin typeface="Arial"/>
                <a:ea typeface="Arial"/>
                <a:cs typeface="Arial"/>
              </a:defRPr>
            </a:lvl8pPr>
            <a:lvl9pPr algn="ctr">
              <a:defRPr sz="2700" b="1">
                <a:solidFill>
                  <a:srgbClr val="522D60"/>
                </a:solidFill>
                <a:latin typeface="Arial"/>
                <a:ea typeface="Arial"/>
                <a:cs typeface="Arial"/>
              </a:defRPr>
            </a:lvl9pPr>
          </a:lstStyle>
          <a:p>
            <a:pPr algn="ctr">
              <a:defRPr sz="2700" b="1">
                <a:solidFill>
                  <a:srgbClr val="522D60"/>
                </a:solidFill>
                <a:latin typeface="Arial"/>
                <a:ea typeface="Arial"/>
                <a:cs typeface="Arial"/>
              </a:defRPr>
            </a:pPr>
            <a:r>
              <a:rPr sz="2700" b="1">
                <a:solidFill>
                  <a:srgbClr val="522D60"/>
                </a:solidFill>
                <a:latin typeface="Arial"/>
                <a:ea typeface="Arial"/>
                <a:cs typeface="Arial"/>
              </a:rPr>
              <a:t>18,476 comparable medicines in 1,875 groups</a:t>
            </a:r>
          </a:p>
        </p:txBody>
      </p:sp>
    </p:spTree>
    <p:extLst>
      <p:ext uri="{BB962C8B-B14F-4D97-AF65-F5344CB8AC3E}">
        <p14:creationId xmlns:p14="http://schemas.microsoft.com/office/powerpoint/2010/main" val="18619954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10" name="مستطيل 9">
            <a:extLst>
              <a:ext uri="{FF2B5EF4-FFF2-40B4-BE49-F238E27FC236}">
                <a16:creationId xmlns:a16="http://schemas.microsoft.com/office/drawing/2014/main" id="{3E202EF6-E4C9-43BC-B732-E37376F67BC1}"/>
              </a:ext>
            </a:extLst>
          </p:cNvPr>
          <p:cNvSpPr>
            <a:spLocks noGrp="1"/>
          </p:cNvSpPr>
          <p:nvPr/>
        </p:nvSpPr>
        <p:spPr>
          <a:xfrm>
            <a:off x="685800" y="457200"/>
            <a:ext cx="10820400" cy="742950"/>
          </a:xfrm>
          <a:prstGeom prst="rect">
            <a:avLst/>
          </a:prstGeom>
          <a:noFill/>
          <a:ln w="0">
            <a:noFill/>
          </a:ln>
        </p:spPr>
        <p:txBody>
          <a:bodyPr lIns="0" tIns="0" rIns="0" bIns="0" anchor="ctr"/>
          <a:lstStyle>
            <a:defPPr algn="l">
              <a:defRPr sz="3300" b="1">
                <a:solidFill>
                  <a:srgbClr val="26182E"/>
                </a:solidFill>
                <a:latin typeface="Arial"/>
                <a:ea typeface="Arial"/>
                <a:cs typeface="Arial"/>
              </a:defRPr>
            </a:defPPr>
            <a:lvl1pPr algn="l">
              <a:defRPr sz="3300" b="1">
                <a:solidFill>
                  <a:srgbClr val="26182E"/>
                </a:solidFill>
                <a:latin typeface="Arial"/>
                <a:ea typeface="Arial"/>
                <a:cs typeface="Arial"/>
              </a:defRPr>
            </a:lvl1pPr>
            <a:lvl2pPr algn="l">
              <a:defRPr sz="3300" b="1">
                <a:solidFill>
                  <a:srgbClr val="26182E"/>
                </a:solidFill>
                <a:latin typeface="Arial"/>
                <a:ea typeface="Arial"/>
                <a:cs typeface="Arial"/>
              </a:defRPr>
            </a:lvl2pPr>
            <a:lvl3pPr algn="l">
              <a:defRPr sz="3300" b="1">
                <a:solidFill>
                  <a:srgbClr val="26182E"/>
                </a:solidFill>
                <a:latin typeface="Arial"/>
                <a:ea typeface="Arial"/>
                <a:cs typeface="Arial"/>
              </a:defRPr>
            </a:lvl3pPr>
            <a:lvl4pPr algn="l">
              <a:defRPr sz="3300" b="1">
                <a:solidFill>
                  <a:srgbClr val="26182E"/>
                </a:solidFill>
                <a:latin typeface="Arial"/>
                <a:ea typeface="Arial"/>
                <a:cs typeface="Arial"/>
              </a:defRPr>
            </a:lvl4pPr>
            <a:lvl5pPr algn="l">
              <a:defRPr sz="3300" b="1">
                <a:solidFill>
                  <a:srgbClr val="26182E"/>
                </a:solidFill>
                <a:latin typeface="Arial"/>
                <a:ea typeface="Arial"/>
                <a:cs typeface="Arial"/>
              </a:defRPr>
            </a:lvl5pPr>
            <a:lvl6pPr algn="l">
              <a:defRPr sz="3300" b="1">
                <a:solidFill>
                  <a:srgbClr val="26182E"/>
                </a:solidFill>
                <a:latin typeface="Arial"/>
                <a:ea typeface="Arial"/>
                <a:cs typeface="Arial"/>
              </a:defRPr>
            </a:lvl6pPr>
            <a:lvl7pPr algn="l">
              <a:defRPr sz="3300" b="1">
                <a:solidFill>
                  <a:srgbClr val="26182E"/>
                </a:solidFill>
                <a:latin typeface="Arial"/>
                <a:ea typeface="Arial"/>
                <a:cs typeface="Arial"/>
              </a:defRPr>
            </a:lvl7pPr>
            <a:lvl8pPr algn="l">
              <a:defRPr sz="3300" b="1">
                <a:solidFill>
                  <a:srgbClr val="26182E"/>
                </a:solidFill>
                <a:latin typeface="Arial"/>
                <a:ea typeface="Arial"/>
                <a:cs typeface="Arial"/>
              </a:defRPr>
            </a:lvl8pPr>
            <a:lvl9pPr algn="l">
              <a:defRPr sz="3300" b="1">
                <a:solidFill>
                  <a:srgbClr val="26182E"/>
                </a:solidFill>
                <a:latin typeface="Arial"/>
                <a:ea typeface="Arial"/>
                <a:cs typeface="Arial"/>
              </a:defRPr>
            </a:lvl9pPr>
          </a:lstStyle>
          <a:p>
            <a:pPr algn="l">
              <a:defRPr sz="3300" b="1">
                <a:solidFill>
                  <a:srgbClr val="26182E"/>
                </a:solidFill>
                <a:latin typeface="Arial"/>
                <a:ea typeface="Arial"/>
                <a:cs typeface="Arial"/>
              </a:defRPr>
            </a:pPr>
            <a:r>
              <a:rPr sz="3300" b="1">
                <a:solidFill>
                  <a:srgbClr val="26182E"/>
                </a:solidFill>
                <a:latin typeface="Arial"/>
                <a:ea typeface="Arial"/>
                <a:cs typeface="Arial"/>
              </a:rPr>
              <a:t>Savings Opportunities within Comparable Groups</a:t>
            </a:r>
          </a:p>
        </p:txBody>
      </p:sp>
      <p:sp>
        <p:nvSpPr>
          <p:cNvPr id="2" name="مستطيل 1">
            <a:extLst>
              <a:ext uri="{FF2B5EF4-FFF2-40B4-BE49-F238E27FC236}">
                <a16:creationId xmlns:a16="http://schemas.microsoft.com/office/drawing/2014/main" id="{F2C80606-E664-45C0-9A4C-FAB34DD454B6}"/>
              </a:ext>
            </a:extLst>
          </p:cNvPr>
          <p:cNvSpPr>
            <a:spLocks noGrp="1"/>
          </p:cNvSpPr>
          <p:nvPr/>
        </p:nvSpPr>
        <p:spPr>
          <a:xfrm>
            <a:off x="685800" y="6324600"/>
            <a:ext cx="476250" cy="209550"/>
          </a:xfrm>
          <a:prstGeom prst="rect">
            <a:avLst/>
          </a:prstGeom>
          <a:noFill/>
          <a:ln w="0">
            <a:noFill/>
          </a:ln>
        </p:spPr>
        <p:txBody>
          <a:bodyPr lIns="0" tIns="0" rIns="0" bIns="0" anchor="ctr"/>
          <a:lstStyle>
            <a:defPPr algn="l">
              <a:defRPr sz="1200" b="0">
                <a:solidFill>
                  <a:srgbClr val="756C78"/>
                </a:solidFill>
                <a:latin typeface="Arial"/>
                <a:ea typeface="Arial"/>
                <a:cs typeface="Arial"/>
              </a:defRPr>
            </a:defPPr>
            <a:lvl1pPr algn="l">
              <a:defRPr sz="1200" b="0">
                <a:solidFill>
                  <a:srgbClr val="756C78"/>
                </a:solidFill>
                <a:latin typeface="Arial"/>
                <a:ea typeface="Arial"/>
                <a:cs typeface="Arial"/>
              </a:defRPr>
            </a:lvl1pPr>
            <a:lvl2pPr algn="l">
              <a:defRPr sz="1200" b="0">
                <a:solidFill>
                  <a:srgbClr val="756C78"/>
                </a:solidFill>
                <a:latin typeface="Arial"/>
                <a:ea typeface="Arial"/>
                <a:cs typeface="Arial"/>
              </a:defRPr>
            </a:lvl2pPr>
            <a:lvl3pPr algn="l">
              <a:defRPr sz="1200" b="0">
                <a:solidFill>
                  <a:srgbClr val="756C78"/>
                </a:solidFill>
                <a:latin typeface="Arial"/>
                <a:ea typeface="Arial"/>
                <a:cs typeface="Arial"/>
              </a:defRPr>
            </a:lvl3pPr>
            <a:lvl4pPr algn="l">
              <a:defRPr sz="1200" b="0">
                <a:solidFill>
                  <a:srgbClr val="756C78"/>
                </a:solidFill>
                <a:latin typeface="Arial"/>
                <a:ea typeface="Arial"/>
                <a:cs typeface="Arial"/>
              </a:defRPr>
            </a:lvl4pPr>
            <a:lvl5pPr algn="l">
              <a:defRPr sz="1200" b="0">
                <a:solidFill>
                  <a:srgbClr val="756C78"/>
                </a:solidFill>
                <a:latin typeface="Arial"/>
                <a:ea typeface="Arial"/>
                <a:cs typeface="Arial"/>
              </a:defRPr>
            </a:lvl5pPr>
            <a:lvl6pPr algn="l">
              <a:defRPr sz="1200" b="0">
                <a:solidFill>
                  <a:srgbClr val="756C78"/>
                </a:solidFill>
                <a:latin typeface="Arial"/>
                <a:ea typeface="Arial"/>
                <a:cs typeface="Arial"/>
              </a:defRPr>
            </a:lvl6pPr>
            <a:lvl7pPr algn="l">
              <a:defRPr sz="1200" b="0">
                <a:solidFill>
                  <a:srgbClr val="756C78"/>
                </a:solidFill>
                <a:latin typeface="Arial"/>
                <a:ea typeface="Arial"/>
                <a:cs typeface="Arial"/>
              </a:defRPr>
            </a:lvl7pPr>
            <a:lvl8pPr algn="l">
              <a:defRPr sz="1200" b="0">
                <a:solidFill>
                  <a:srgbClr val="756C78"/>
                </a:solidFill>
                <a:latin typeface="Arial"/>
                <a:ea typeface="Arial"/>
                <a:cs typeface="Arial"/>
              </a:defRPr>
            </a:lvl8pPr>
            <a:lvl9pPr algn="l">
              <a:defRPr sz="1200" b="0">
                <a:solidFill>
                  <a:srgbClr val="756C78"/>
                </a:solidFill>
                <a:latin typeface="Arial"/>
                <a:ea typeface="Arial"/>
                <a:cs typeface="Arial"/>
              </a:defRPr>
            </a:lvl9pPr>
          </a:lstStyle>
          <a:p>
            <a:pPr algn="l">
              <a:defRPr sz="1200" b="0">
                <a:solidFill>
                  <a:srgbClr val="756C78"/>
                </a:solidFill>
                <a:latin typeface="Arial"/>
                <a:ea typeface="Arial"/>
                <a:cs typeface="Arial"/>
              </a:defRPr>
            </a:pPr>
            <a:r>
              <a:rPr sz="1200" b="0">
                <a:solidFill>
                  <a:srgbClr val="756C78"/>
                </a:solidFill>
                <a:latin typeface="Arial"/>
                <a:ea typeface="Arial"/>
                <a:cs typeface="Arial"/>
              </a:rPr>
              <a:t>11</a:t>
            </a:r>
          </a:p>
        </p:txBody>
      </p:sp>
      <p:sp>
        <p:nvSpPr>
          <p:cNvPr id="3" name="مستطيل 2">
            <a:extLst>
              <a:ext uri="{FF2B5EF4-FFF2-40B4-BE49-F238E27FC236}">
                <a16:creationId xmlns:a16="http://schemas.microsoft.com/office/drawing/2014/main" id="{F825D488-7C1D-4CB8-8672-380FCCB65232}"/>
              </a:ext>
            </a:extLst>
          </p:cNvPr>
          <p:cNvSpPr>
            <a:spLocks noGrp="1"/>
          </p:cNvSpPr>
          <p:nvPr/>
        </p:nvSpPr>
        <p:spPr>
          <a:xfrm>
            <a:off x="7905750" y="1819275"/>
            <a:ext cx="3143250" cy="1047750"/>
          </a:xfrm>
          <a:prstGeom prst="rect">
            <a:avLst/>
          </a:prstGeom>
          <a:noFill/>
          <a:ln w="0">
            <a:noFill/>
          </a:ln>
        </p:spPr>
        <p:txBody>
          <a:bodyPr lIns="0" tIns="0" rIns="0" bIns="0" anchor="ctr"/>
          <a:lstStyle>
            <a:defPPr algn="ctr">
              <a:defRPr sz="6150" b="1">
                <a:solidFill>
                  <a:srgbClr val="522D60"/>
                </a:solidFill>
                <a:latin typeface="Arial"/>
                <a:ea typeface="Arial"/>
                <a:cs typeface="Arial"/>
              </a:defRPr>
            </a:defPPr>
            <a:lvl1pPr algn="ctr">
              <a:defRPr sz="6150" b="1">
                <a:solidFill>
                  <a:srgbClr val="522D60"/>
                </a:solidFill>
                <a:latin typeface="Arial"/>
                <a:ea typeface="Arial"/>
                <a:cs typeface="Arial"/>
              </a:defRPr>
            </a:lvl1pPr>
            <a:lvl2pPr algn="ctr">
              <a:defRPr sz="6150" b="1">
                <a:solidFill>
                  <a:srgbClr val="522D60"/>
                </a:solidFill>
                <a:latin typeface="Arial"/>
                <a:ea typeface="Arial"/>
                <a:cs typeface="Arial"/>
              </a:defRPr>
            </a:lvl2pPr>
            <a:lvl3pPr algn="ctr">
              <a:defRPr sz="6150" b="1">
                <a:solidFill>
                  <a:srgbClr val="522D60"/>
                </a:solidFill>
                <a:latin typeface="Arial"/>
                <a:ea typeface="Arial"/>
                <a:cs typeface="Arial"/>
              </a:defRPr>
            </a:lvl3pPr>
            <a:lvl4pPr algn="ctr">
              <a:defRPr sz="6150" b="1">
                <a:solidFill>
                  <a:srgbClr val="522D60"/>
                </a:solidFill>
                <a:latin typeface="Arial"/>
                <a:ea typeface="Arial"/>
                <a:cs typeface="Arial"/>
              </a:defRPr>
            </a:lvl4pPr>
            <a:lvl5pPr algn="ctr">
              <a:defRPr sz="6150" b="1">
                <a:solidFill>
                  <a:srgbClr val="522D60"/>
                </a:solidFill>
                <a:latin typeface="Arial"/>
                <a:ea typeface="Arial"/>
                <a:cs typeface="Arial"/>
              </a:defRPr>
            </a:lvl5pPr>
            <a:lvl6pPr algn="ctr">
              <a:defRPr sz="6150" b="1">
                <a:solidFill>
                  <a:srgbClr val="522D60"/>
                </a:solidFill>
                <a:latin typeface="Arial"/>
                <a:ea typeface="Arial"/>
                <a:cs typeface="Arial"/>
              </a:defRPr>
            </a:lvl6pPr>
            <a:lvl7pPr algn="ctr">
              <a:defRPr sz="6150" b="1">
                <a:solidFill>
                  <a:srgbClr val="522D60"/>
                </a:solidFill>
                <a:latin typeface="Arial"/>
                <a:ea typeface="Arial"/>
                <a:cs typeface="Arial"/>
              </a:defRPr>
            </a:lvl7pPr>
            <a:lvl8pPr algn="ctr">
              <a:defRPr sz="6150" b="1">
                <a:solidFill>
                  <a:srgbClr val="522D60"/>
                </a:solidFill>
                <a:latin typeface="Arial"/>
                <a:ea typeface="Arial"/>
                <a:cs typeface="Arial"/>
              </a:defRPr>
            </a:lvl8pPr>
            <a:lvl9pPr algn="ctr">
              <a:defRPr sz="6150" b="1">
                <a:solidFill>
                  <a:srgbClr val="522D60"/>
                </a:solidFill>
                <a:latin typeface="Arial"/>
                <a:ea typeface="Arial"/>
                <a:cs typeface="Arial"/>
              </a:defRPr>
            </a:lvl9pPr>
          </a:lstStyle>
          <a:p>
            <a:pPr algn="ctr">
              <a:defRPr sz="6150" b="1">
                <a:solidFill>
                  <a:srgbClr val="522D60"/>
                </a:solidFill>
                <a:latin typeface="Arial"/>
                <a:ea typeface="Arial"/>
                <a:cs typeface="Arial"/>
              </a:defRPr>
            </a:pPr>
            <a:r>
              <a:rPr sz="6150" b="1">
                <a:solidFill>
                  <a:srgbClr val="522D60"/>
                </a:solidFill>
                <a:latin typeface="Arial"/>
                <a:ea typeface="Arial"/>
                <a:cs typeface="Arial"/>
              </a:rPr>
              <a:t>79.8%</a:t>
            </a:r>
          </a:p>
        </p:txBody>
      </p:sp>
      <p:sp>
        <p:nvSpPr>
          <p:cNvPr id="4" name="مستطيل 3">
            <a:extLst>
              <a:ext uri="{FF2B5EF4-FFF2-40B4-BE49-F238E27FC236}">
                <a16:creationId xmlns:a16="http://schemas.microsoft.com/office/drawing/2014/main" id="{6A6B6321-AF47-44C8-9825-174CD39C2C75}"/>
              </a:ext>
            </a:extLst>
          </p:cNvPr>
          <p:cNvSpPr>
            <a:spLocks noGrp="1"/>
          </p:cNvSpPr>
          <p:nvPr/>
        </p:nvSpPr>
        <p:spPr>
          <a:xfrm>
            <a:off x="7905750" y="2924175"/>
            <a:ext cx="3143250" cy="628650"/>
          </a:xfrm>
          <a:prstGeom prst="rect">
            <a:avLst/>
          </a:prstGeom>
          <a:noFill/>
          <a:ln w="0">
            <a:noFill/>
          </a:ln>
        </p:spPr>
        <p:txBody>
          <a:bodyPr lIns="0" tIns="0" rIns="0" bIns="0" anchor="ctr"/>
          <a:lstStyle>
            <a:defPPr algn="ctr">
              <a:defRPr sz="2025" b="0">
                <a:solidFill>
                  <a:srgbClr val="26182E"/>
                </a:solidFill>
                <a:latin typeface="Arial"/>
                <a:ea typeface="Arial"/>
                <a:cs typeface="Arial"/>
              </a:defRPr>
            </a:defPPr>
            <a:lvl1pPr algn="ctr">
              <a:defRPr sz="2025" b="0">
                <a:solidFill>
                  <a:srgbClr val="26182E"/>
                </a:solidFill>
                <a:latin typeface="Arial"/>
                <a:ea typeface="Arial"/>
                <a:cs typeface="Arial"/>
              </a:defRPr>
            </a:lvl1pPr>
            <a:lvl2pPr algn="ctr">
              <a:defRPr sz="2025" b="0">
                <a:solidFill>
                  <a:srgbClr val="26182E"/>
                </a:solidFill>
                <a:latin typeface="Arial"/>
                <a:ea typeface="Arial"/>
                <a:cs typeface="Arial"/>
              </a:defRPr>
            </a:lvl2pPr>
            <a:lvl3pPr algn="ctr">
              <a:defRPr sz="2025" b="0">
                <a:solidFill>
                  <a:srgbClr val="26182E"/>
                </a:solidFill>
                <a:latin typeface="Arial"/>
                <a:ea typeface="Arial"/>
                <a:cs typeface="Arial"/>
              </a:defRPr>
            </a:lvl3pPr>
            <a:lvl4pPr algn="ctr">
              <a:defRPr sz="2025" b="0">
                <a:solidFill>
                  <a:srgbClr val="26182E"/>
                </a:solidFill>
                <a:latin typeface="Arial"/>
                <a:ea typeface="Arial"/>
                <a:cs typeface="Arial"/>
              </a:defRPr>
            </a:lvl4pPr>
            <a:lvl5pPr algn="ctr">
              <a:defRPr sz="2025" b="0">
                <a:solidFill>
                  <a:srgbClr val="26182E"/>
                </a:solidFill>
                <a:latin typeface="Arial"/>
                <a:ea typeface="Arial"/>
                <a:cs typeface="Arial"/>
              </a:defRPr>
            </a:lvl5pPr>
            <a:lvl6pPr algn="ctr">
              <a:defRPr sz="2025" b="0">
                <a:solidFill>
                  <a:srgbClr val="26182E"/>
                </a:solidFill>
                <a:latin typeface="Arial"/>
                <a:ea typeface="Arial"/>
                <a:cs typeface="Arial"/>
              </a:defRPr>
            </a:lvl6pPr>
            <a:lvl7pPr algn="ctr">
              <a:defRPr sz="2025" b="0">
                <a:solidFill>
                  <a:srgbClr val="26182E"/>
                </a:solidFill>
                <a:latin typeface="Arial"/>
                <a:ea typeface="Arial"/>
                <a:cs typeface="Arial"/>
              </a:defRPr>
            </a:lvl7pPr>
            <a:lvl8pPr algn="ctr">
              <a:defRPr sz="2025" b="0">
                <a:solidFill>
                  <a:srgbClr val="26182E"/>
                </a:solidFill>
                <a:latin typeface="Arial"/>
                <a:ea typeface="Arial"/>
                <a:cs typeface="Arial"/>
              </a:defRPr>
            </a:lvl8pPr>
            <a:lvl9pPr algn="ctr">
              <a:defRPr sz="2025" b="0">
                <a:solidFill>
                  <a:srgbClr val="26182E"/>
                </a:solidFill>
                <a:latin typeface="Arial"/>
                <a:ea typeface="Arial"/>
                <a:cs typeface="Arial"/>
              </a:defRPr>
            </a:lvl9pPr>
          </a:lstStyle>
          <a:p>
            <a:pPr algn="ctr">
              <a:defRPr sz="2025" b="0">
                <a:solidFill>
                  <a:srgbClr val="26182E"/>
                </a:solidFill>
                <a:latin typeface="Arial"/>
                <a:ea typeface="Arial"/>
                <a:cs typeface="Arial"/>
              </a:defRPr>
            </a:pPr>
            <a:r>
              <a:rPr sz="2025" b="0">
                <a:solidFill>
                  <a:srgbClr val="26182E"/>
                </a:solidFill>
                <a:latin typeface="Arial"/>
                <a:ea typeface="Arial"/>
                <a:cs typeface="Arial"/>
              </a:rPr>
              <a:t>Have a cheaper option</a:t>
            </a:r>
          </a:p>
        </p:txBody>
      </p:sp>
      <p:sp>
        <p:nvSpPr>
          <p:cNvPr id="5" name="مستطيل 4">
            <a:extLst>
              <a:ext uri="{FF2B5EF4-FFF2-40B4-BE49-F238E27FC236}">
                <a16:creationId xmlns:a16="http://schemas.microsoft.com/office/drawing/2014/main" id="{85F1226F-FCE2-462E-B96F-B29D16423251}"/>
              </a:ext>
            </a:extLst>
          </p:cNvPr>
          <p:cNvSpPr>
            <a:spLocks noGrp="1"/>
          </p:cNvSpPr>
          <p:nvPr/>
        </p:nvSpPr>
        <p:spPr>
          <a:xfrm>
            <a:off x="4524375" y="1819275"/>
            <a:ext cx="3143250" cy="1047750"/>
          </a:xfrm>
          <a:prstGeom prst="rect">
            <a:avLst/>
          </a:prstGeom>
          <a:noFill/>
          <a:ln w="0">
            <a:noFill/>
          </a:ln>
        </p:spPr>
        <p:txBody>
          <a:bodyPr lIns="0" tIns="0" rIns="0" bIns="0" anchor="ctr"/>
          <a:lstStyle>
            <a:defPPr algn="ctr">
              <a:defRPr sz="6150" b="1">
                <a:solidFill>
                  <a:srgbClr val="522D60"/>
                </a:solidFill>
                <a:latin typeface="Arial"/>
                <a:ea typeface="Arial"/>
                <a:cs typeface="Arial"/>
              </a:defRPr>
            </a:defPPr>
            <a:lvl1pPr algn="ctr">
              <a:defRPr sz="6150" b="1">
                <a:solidFill>
                  <a:srgbClr val="522D60"/>
                </a:solidFill>
                <a:latin typeface="Arial"/>
                <a:ea typeface="Arial"/>
                <a:cs typeface="Arial"/>
              </a:defRPr>
            </a:lvl1pPr>
            <a:lvl2pPr algn="ctr">
              <a:defRPr sz="6150" b="1">
                <a:solidFill>
                  <a:srgbClr val="522D60"/>
                </a:solidFill>
                <a:latin typeface="Arial"/>
                <a:ea typeface="Arial"/>
                <a:cs typeface="Arial"/>
              </a:defRPr>
            </a:lvl2pPr>
            <a:lvl3pPr algn="ctr">
              <a:defRPr sz="6150" b="1">
                <a:solidFill>
                  <a:srgbClr val="522D60"/>
                </a:solidFill>
                <a:latin typeface="Arial"/>
                <a:ea typeface="Arial"/>
                <a:cs typeface="Arial"/>
              </a:defRPr>
            </a:lvl3pPr>
            <a:lvl4pPr algn="ctr">
              <a:defRPr sz="6150" b="1">
                <a:solidFill>
                  <a:srgbClr val="522D60"/>
                </a:solidFill>
                <a:latin typeface="Arial"/>
                <a:ea typeface="Arial"/>
                <a:cs typeface="Arial"/>
              </a:defRPr>
            </a:lvl4pPr>
            <a:lvl5pPr algn="ctr">
              <a:defRPr sz="6150" b="1">
                <a:solidFill>
                  <a:srgbClr val="522D60"/>
                </a:solidFill>
                <a:latin typeface="Arial"/>
                <a:ea typeface="Arial"/>
                <a:cs typeface="Arial"/>
              </a:defRPr>
            </a:lvl5pPr>
            <a:lvl6pPr algn="ctr">
              <a:defRPr sz="6150" b="1">
                <a:solidFill>
                  <a:srgbClr val="522D60"/>
                </a:solidFill>
                <a:latin typeface="Arial"/>
                <a:ea typeface="Arial"/>
                <a:cs typeface="Arial"/>
              </a:defRPr>
            </a:lvl6pPr>
            <a:lvl7pPr algn="ctr">
              <a:defRPr sz="6150" b="1">
                <a:solidFill>
                  <a:srgbClr val="522D60"/>
                </a:solidFill>
                <a:latin typeface="Arial"/>
                <a:ea typeface="Arial"/>
                <a:cs typeface="Arial"/>
              </a:defRPr>
            </a:lvl7pPr>
            <a:lvl8pPr algn="ctr">
              <a:defRPr sz="6150" b="1">
                <a:solidFill>
                  <a:srgbClr val="522D60"/>
                </a:solidFill>
                <a:latin typeface="Arial"/>
                <a:ea typeface="Arial"/>
                <a:cs typeface="Arial"/>
              </a:defRPr>
            </a:lvl8pPr>
            <a:lvl9pPr algn="ctr">
              <a:defRPr sz="6150" b="1">
                <a:solidFill>
                  <a:srgbClr val="522D60"/>
                </a:solidFill>
                <a:latin typeface="Arial"/>
                <a:ea typeface="Arial"/>
                <a:cs typeface="Arial"/>
              </a:defRPr>
            </a:lvl9pPr>
          </a:lstStyle>
          <a:p>
            <a:pPr algn="ctr">
              <a:defRPr sz="6150" b="1">
                <a:solidFill>
                  <a:srgbClr val="522D60"/>
                </a:solidFill>
                <a:latin typeface="Arial"/>
                <a:ea typeface="Arial"/>
                <a:cs typeface="Arial"/>
              </a:defRPr>
            </a:pPr>
            <a:r>
              <a:rPr sz="6150" b="1">
                <a:solidFill>
                  <a:srgbClr val="522D60"/>
                </a:solidFill>
                <a:latin typeface="Arial"/>
                <a:ea typeface="Arial"/>
                <a:cs typeface="Arial"/>
              </a:rPr>
              <a:t>28.6%</a:t>
            </a:r>
          </a:p>
        </p:txBody>
      </p:sp>
      <p:sp>
        <p:nvSpPr>
          <p:cNvPr id="6" name="مستطيل 5">
            <a:extLst>
              <a:ext uri="{FF2B5EF4-FFF2-40B4-BE49-F238E27FC236}">
                <a16:creationId xmlns:a16="http://schemas.microsoft.com/office/drawing/2014/main" id="{D873069C-554C-4043-8007-69DEAAB5BA09}"/>
              </a:ext>
            </a:extLst>
          </p:cNvPr>
          <p:cNvSpPr>
            <a:spLocks noGrp="1"/>
          </p:cNvSpPr>
          <p:nvPr/>
        </p:nvSpPr>
        <p:spPr>
          <a:xfrm>
            <a:off x="4524375" y="2924175"/>
            <a:ext cx="3143250" cy="628650"/>
          </a:xfrm>
          <a:prstGeom prst="rect">
            <a:avLst/>
          </a:prstGeom>
          <a:noFill/>
          <a:ln w="0">
            <a:noFill/>
          </a:ln>
        </p:spPr>
        <p:txBody>
          <a:bodyPr lIns="0" tIns="0" rIns="0" bIns="0" anchor="ctr"/>
          <a:lstStyle>
            <a:defPPr algn="ctr">
              <a:defRPr sz="2025" b="0">
                <a:solidFill>
                  <a:srgbClr val="26182E"/>
                </a:solidFill>
                <a:latin typeface="Arial"/>
                <a:ea typeface="Arial"/>
                <a:cs typeface="Arial"/>
              </a:defRPr>
            </a:defPPr>
            <a:lvl1pPr algn="ctr">
              <a:defRPr sz="2025" b="0">
                <a:solidFill>
                  <a:srgbClr val="26182E"/>
                </a:solidFill>
                <a:latin typeface="Arial"/>
                <a:ea typeface="Arial"/>
                <a:cs typeface="Arial"/>
              </a:defRPr>
            </a:lvl1pPr>
            <a:lvl2pPr algn="ctr">
              <a:defRPr sz="2025" b="0">
                <a:solidFill>
                  <a:srgbClr val="26182E"/>
                </a:solidFill>
                <a:latin typeface="Arial"/>
                <a:ea typeface="Arial"/>
                <a:cs typeface="Arial"/>
              </a:defRPr>
            </a:lvl2pPr>
            <a:lvl3pPr algn="ctr">
              <a:defRPr sz="2025" b="0">
                <a:solidFill>
                  <a:srgbClr val="26182E"/>
                </a:solidFill>
                <a:latin typeface="Arial"/>
                <a:ea typeface="Arial"/>
                <a:cs typeface="Arial"/>
              </a:defRPr>
            </a:lvl3pPr>
            <a:lvl4pPr algn="ctr">
              <a:defRPr sz="2025" b="0">
                <a:solidFill>
                  <a:srgbClr val="26182E"/>
                </a:solidFill>
                <a:latin typeface="Arial"/>
                <a:ea typeface="Arial"/>
                <a:cs typeface="Arial"/>
              </a:defRPr>
            </a:lvl4pPr>
            <a:lvl5pPr algn="ctr">
              <a:defRPr sz="2025" b="0">
                <a:solidFill>
                  <a:srgbClr val="26182E"/>
                </a:solidFill>
                <a:latin typeface="Arial"/>
                <a:ea typeface="Arial"/>
                <a:cs typeface="Arial"/>
              </a:defRPr>
            </a:lvl5pPr>
            <a:lvl6pPr algn="ctr">
              <a:defRPr sz="2025" b="0">
                <a:solidFill>
                  <a:srgbClr val="26182E"/>
                </a:solidFill>
                <a:latin typeface="Arial"/>
                <a:ea typeface="Arial"/>
                <a:cs typeface="Arial"/>
              </a:defRPr>
            </a:lvl6pPr>
            <a:lvl7pPr algn="ctr">
              <a:defRPr sz="2025" b="0">
                <a:solidFill>
                  <a:srgbClr val="26182E"/>
                </a:solidFill>
                <a:latin typeface="Arial"/>
                <a:ea typeface="Arial"/>
                <a:cs typeface="Arial"/>
              </a:defRPr>
            </a:lvl7pPr>
            <a:lvl8pPr algn="ctr">
              <a:defRPr sz="2025" b="0">
                <a:solidFill>
                  <a:srgbClr val="26182E"/>
                </a:solidFill>
                <a:latin typeface="Arial"/>
                <a:ea typeface="Arial"/>
                <a:cs typeface="Arial"/>
              </a:defRPr>
            </a:lvl8pPr>
            <a:lvl9pPr algn="ctr">
              <a:defRPr sz="2025" b="0">
                <a:solidFill>
                  <a:srgbClr val="26182E"/>
                </a:solidFill>
                <a:latin typeface="Arial"/>
                <a:ea typeface="Arial"/>
                <a:cs typeface="Arial"/>
              </a:defRPr>
            </a:lvl9pPr>
          </a:lstStyle>
          <a:p>
            <a:pPr algn="ctr">
              <a:defRPr sz="2025" b="0">
                <a:solidFill>
                  <a:srgbClr val="26182E"/>
                </a:solidFill>
                <a:latin typeface="Arial"/>
                <a:ea typeface="Arial"/>
                <a:cs typeface="Arial"/>
              </a:defRPr>
            </a:pPr>
            <a:r>
              <a:rPr sz="2025" b="0">
                <a:solidFill>
                  <a:srgbClr val="26182E"/>
                </a:solidFill>
                <a:latin typeface="Arial"/>
                <a:ea typeface="Arial"/>
                <a:cs typeface="Arial"/>
              </a:rPr>
              <a:t>Median saving when a cheaper option exists</a:t>
            </a:r>
          </a:p>
        </p:txBody>
      </p:sp>
      <p:sp>
        <p:nvSpPr>
          <p:cNvPr id="7" name="مستطيل 6">
            <a:extLst>
              <a:ext uri="{FF2B5EF4-FFF2-40B4-BE49-F238E27FC236}">
                <a16:creationId xmlns:a16="http://schemas.microsoft.com/office/drawing/2014/main" id="{0054D02D-B9B0-43FC-BB28-87901E27B2B0}"/>
              </a:ext>
            </a:extLst>
          </p:cNvPr>
          <p:cNvSpPr>
            <a:spLocks noGrp="1"/>
          </p:cNvSpPr>
          <p:nvPr/>
        </p:nvSpPr>
        <p:spPr>
          <a:xfrm>
            <a:off x="1143000" y="1819275"/>
            <a:ext cx="3143250" cy="1047750"/>
          </a:xfrm>
          <a:prstGeom prst="rect">
            <a:avLst/>
          </a:prstGeom>
          <a:noFill/>
          <a:ln w="0">
            <a:noFill/>
          </a:ln>
        </p:spPr>
        <p:txBody>
          <a:bodyPr lIns="0" tIns="0" rIns="0" bIns="0" anchor="ctr"/>
          <a:lstStyle>
            <a:defPPr algn="ctr">
              <a:defRPr sz="6150" b="1">
                <a:solidFill>
                  <a:srgbClr val="522D60"/>
                </a:solidFill>
                <a:latin typeface="Arial"/>
                <a:ea typeface="Arial"/>
                <a:cs typeface="Arial"/>
              </a:defRPr>
            </a:defPPr>
            <a:lvl1pPr algn="ctr">
              <a:defRPr sz="6150" b="1">
                <a:solidFill>
                  <a:srgbClr val="522D60"/>
                </a:solidFill>
                <a:latin typeface="Arial"/>
                <a:ea typeface="Arial"/>
                <a:cs typeface="Arial"/>
              </a:defRPr>
            </a:lvl1pPr>
            <a:lvl2pPr algn="ctr">
              <a:defRPr sz="6150" b="1">
                <a:solidFill>
                  <a:srgbClr val="522D60"/>
                </a:solidFill>
                <a:latin typeface="Arial"/>
                <a:ea typeface="Arial"/>
                <a:cs typeface="Arial"/>
              </a:defRPr>
            </a:lvl2pPr>
            <a:lvl3pPr algn="ctr">
              <a:defRPr sz="6150" b="1">
                <a:solidFill>
                  <a:srgbClr val="522D60"/>
                </a:solidFill>
                <a:latin typeface="Arial"/>
                <a:ea typeface="Arial"/>
                <a:cs typeface="Arial"/>
              </a:defRPr>
            </a:lvl3pPr>
            <a:lvl4pPr algn="ctr">
              <a:defRPr sz="6150" b="1">
                <a:solidFill>
                  <a:srgbClr val="522D60"/>
                </a:solidFill>
                <a:latin typeface="Arial"/>
                <a:ea typeface="Arial"/>
                <a:cs typeface="Arial"/>
              </a:defRPr>
            </a:lvl4pPr>
            <a:lvl5pPr algn="ctr">
              <a:defRPr sz="6150" b="1">
                <a:solidFill>
                  <a:srgbClr val="522D60"/>
                </a:solidFill>
                <a:latin typeface="Arial"/>
                <a:ea typeface="Arial"/>
                <a:cs typeface="Arial"/>
              </a:defRPr>
            </a:lvl5pPr>
            <a:lvl6pPr algn="ctr">
              <a:defRPr sz="6150" b="1">
                <a:solidFill>
                  <a:srgbClr val="522D60"/>
                </a:solidFill>
                <a:latin typeface="Arial"/>
                <a:ea typeface="Arial"/>
                <a:cs typeface="Arial"/>
              </a:defRPr>
            </a:lvl6pPr>
            <a:lvl7pPr algn="ctr">
              <a:defRPr sz="6150" b="1">
                <a:solidFill>
                  <a:srgbClr val="522D60"/>
                </a:solidFill>
                <a:latin typeface="Arial"/>
                <a:ea typeface="Arial"/>
                <a:cs typeface="Arial"/>
              </a:defRPr>
            </a:lvl7pPr>
            <a:lvl8pPr algn="ctr">
              <a:defRPr sz="6150" b="1">
                <a:solidFill>
                  <a:srgbClr val="522D60"/>
                </a:solidFill>
                <a:latin typeface="Arial"/>
                <a:ea typeface="Arial"/>
                <a:cs typeface="Arial"/>
              </a:defRPr>
            </a:lvl8pPr>
            <a:lvl9pPr algn="ctr">
              <a:defRPr sz="6150" b="1">
                <a:solidFill>
                  <a:srgbClr val="522D60"/>
                </a:solidFill>
                <a:latin typeface="Arial"/>
                <a:ea typeface="Arial"/>
                <a:cs typeface="Arial"/>
              </a:defRPr>
            </a:lvl9pPr>
          </a:lstStyle>
          <a:p>
            <a:pPr algn="ctr">
              <a:defRPr sz="6150" b="1">
                <a:solidFill>
                  <a:srgbClr val="522D60"/>
                </a:solidFill>
                <a:latin typeface="Arial"/>
                <a:ea typeface="Arial"/>
                <a:cs typeface="Arial"/>
              </a:defRPr>
            </a:pPr>
            <a:r>
              <a:rPr sz="6150" b="1">
                <a:solidFill>
                  <a:srgbClr val="522D60"/>
                </a:solidFill>
                <a:latin typeface="Arial"/>
                <a:ea typeface="Arial"/>
                <a:cs typeface="Arial"/>
              </a:rPr>
              <a:t>15.4%</a:t>
            </a:r>
          </a:p>
        </p:txBody>
      </p:sp>
      <p:sp>
        <p:nvSpPr>
          <p:cNvPr id="8" name="مستطيل 7">
            <a:extLst>
              <a:ext uri="{FF2B5EF4-FFF2-40B4-BE49-F238E27FC236}">
                <a16:creationId xmlns:a16="http://schemas.microsoft.com/office/drawing/2014/main" id="{6A8BA27C-0E40-4BE5-BCFE-1C71D151CA50}"/>
              </a:ext>
            </a:extLst>
          </p:cNvPr>
          <p:cNvSpPr>
            <a:spLocks noGrp="1"/>
          </p:cNvSpPr>
          <p:nvPr/>
        </p:nvSpPr>
        <p:spPr>
          <a:xfrm>
            <a:off x="1143000" y="2924175"/>
            <a:ext cx="3143250" cy="628650"/>
          </a:xfrm>
          <a:prstGeom prst="rect">
            <a:avLst/>
          </a:prstGeom>
          <a:noFill/>
          <a:ln w="0">
            <a:noFill/>
          </a:ln>
        </p:spPr>
        <p:txBody>
          <a:bodyPr lIns="0" tIns="0" rIns="0" bIns="0" anchor="ctr"/>
          <a:lstStyle>
            <a:defPPr algn="ctr">
              <a:defRPr sz="2025" b="0">
                <a:solidFill>
                  <a:srgbClr val="26182E"/>
                </a:solidFill>
                <a:latin typeface="Arial"/>
                <a:ea typeface="Arial"/>
                <a:cs typeface="Arial"/>
              </a:defRPr>
            </a:defPPr>
            <a:lvl1pPr algn="ctr">
              <a:defRPr sz="2025" b="0">
                <a:solidFill>
                  <a:srgbClr val="26182E"/>
                </a:solidFill>
                <a:latin typeface="Arial"/>
                <a:ea typeface="Arial"/>
                <a:cs typeface="Arial"/>
              </a:defRPr>
            </a:lvl1pPr>
            <a:lvl2pPr algn="ctr">
              <a:defRPr sz="2025" b="0">
                <a:solidFill>
                  <a:srgbClr val="26182E"/>
                </a:solidFill>
                <a:latin typeface="Arial"/>
                <a:ea typeface="Arial"/>
                <a:cs typeface="Arial"/>
              </a:defRPr>
            </a:lvl2pPr>
            <a:lvl3pPr algn="ctr">
              <a:defRPr sz="2025" b="0">
                <a:solidFill>
                  <a:srgbClr val="26182E"/>
                </a:solidFill>
                <a:latin typeface="Arial"/>
                <a:ea typeface="Arial"/>
                <a:cs typeface="Arial"/>
              </a:defRPr>
            </a:lvl3pPr>
            <a:lvl4pPr algn="ctr">
              <a:defRPr sz="2025" b="0">
                <a:solidFill>
                  <a:srgbClr val="26182E"/>
                </a:solidFill>
                <a:latin typeface="Arial"/>
                <a:ea typeface="Arial"/>
                <a:cs typeface="Arial"/>
              </a:defRPr>
            </a:lvl4pPr>
            <a:lvl5pPr algn="ctr">
              <a:defRPr sz="2025" b="0">
                <a:solidFill>
                  <a:srgbClr val="26182E"/>
                </a:solidFill>
                <a:latin typeface="Arial"/>
                <a:ea typeface="Arial"/>
                <a:cs typeface="Arial"/>
              </a:defRPr>
            </a:lvl5pPr>
            <a:lvl6pPr algn="ctr">
              <a:defRPr sz="2025" b="0">
                <a:solidFill>
                  <a:srgbClr val="26182E"/>
                </a:solidFill>
                <a:latin typeface="Arial"/>
                <a:ea typeface="Arial"/>
                <a:cs typeface="Arial"/>
              </a:defRPr>
            </a:lvl6pPr>
            <a:lvl7pPr algn="ctr">
              <a:defRPr sz="2025" b="0">
                <a:solidFill>
                  <a:srgbClr val="26182E"/>
                </a:solidFill>
                <a:latin typeface="Arial"/>
                <a:ea typeface="Arial"/>
                <a:cs typeface="Arial"/>
              </a:defRPr>
            </a:lvl7pPr>
            <a:lvl8pPr algn="ctr">
              <a:defRPr sz="2025" b="0">
                <a:solidFill>
                  <a:srgbClr val="26182E"/>
                </a:solidFill>
                <a:latin typeface="Arial"/>
                <a:ea typeface="Arial"/>
                <a:cs typeface="Arial"/>
              </a:defRPr>
            </a:lvl8pPr>
            <a:lvl9pPr algn="ctr">
              <a:defRPr sz="2025" b="0">
                <a:solidFill>
                  <a:srgbClr val="26182E"/>
                </a:solidFill>
                <a:latin typeface="Arial"/>
                <a:ea typeface="Arial"/>
                <a:cs typeface="Arial"/>
              </a:defRPr>
            </a:lvl9pPr>
          </a:lstStyle>
          <a:p>
            <a:pPr algn="ctr">
              <a:defRPr sz="2025" b="0">
                <a:solidFill>
                  <a:srgbClr val="26182E"/>
                </a:solidFill>
                <a:latin typeface="Arial"/>
                <a:ea typeface="Arial"/>
                <a:cs typeface="Arial"/>
              </a:defRPr>
            </a:pPr>
            <a:r>
              <a:rPr sz="2025" b="0">
                <a:solidFill>
                  <a:srgbClr val="26182E"/>
                </a:solidFill>
                <a:latin typeface="Arial"/>
                <a:ea typeface="Arial"/>
                <a:cs typeface="Arial"/>
              </a:rPr>
              <a:t>Potential saving of at least 50%</a:t>
            </a:r>
          </a:p>
        </p:txBody>
      </p:sp>
      <p:sp>
        <p:nvSpPr>
          <p:cNvPr id="9" name="مستطيل 8">
            <a:extLst>
              <a:ext uri="{FF2B5EF4-FFF2-40B4-BE49-F238E27FC236}">
                <a16:creationId xmlns:a16="http://schemas.microsoft.com/office/drawing/2014/main" id="{7120020A-38D2-4C5A-868F-95F5D2475071}"/>
              </a:ext>
            </a:extLst>
          </p:cNvPr>
          <p:cNvSpPr>
            <a:spLocks noGrp="1"/>
          </p:cNvSpPr>
          <p:nvPr/>
        </p:nvSpPr>
        <p:spPr>
          <a:xfrm>
            <a:off x="857250" y="4953000"/>
            <a:ext cx="10477500" cy="866775"/>
          </a:xfrm>
          <a:prstGeom prst="rect">
            <a:avLst/>
          </a:prstGeom>
          <a:noFill/>
          <a:ln w="0">
            <a:noFill/>
          </a:ln>
        </p:spPr>
        <p:txBody>
          <a:bodyPr lIns="0" tIns="0" rIns="0" bIns="0" anchor="ctr"/>
          <a:lstStyle>
            <a:defPPr algn="l">
              <a:defRPr sz="2550" b="1">
                <a:solidFill>
                  <a:srgbClr val="522D60"/>
                </a:solidFill>
                <a:latin typeface="Arial"/>
                <a:ea typeface="Arial"/>
                <a:cs typeface="Arial"/>
              </a:defRPr>
            </a:defPPr>
            <a:lvl1pPr algn="l">
              <a:defRPr sz="2550" b="1">
                <a:solidFill>
                  <a:srgbClr val="522D60"/>
                </a:solidFill>
                <a:latin typeface="Arial"/>
                <a:ea typeface="Arial"/>
                <a:cs typeface="Arial"/>
              </a:defRPr>
            </a:lvl1pPr>
            <a:lvl2pPr algn="l">
              <a:defRPr sz="2550" b="1">
                <a:solidFill>
                  <a:srgbClr val="522D60"/>
                </a:solidFill>
                <a:latin typeface="Arial"/>
                <a:ea typeface="Arial"/>
                <a:cs typeface="Arial"/>
              </a:defRPr>
            </a:lvl2pPr>
            <a:lvl3pPr algn="l">
              <a:defRPr sz="2550" b="1">
                <a:solidFill>
                  <a:srgbClr val="522D60"/>
                </a:solidFill>
                <a:latin typeface="Arial"/>
                <a:ea typeface="Arial"/>
                <a:cs typeface="Arial"/>
              </a:defRPr>
            </a:lvl3pPr>
            <a:lvl4pPr algn="l">
              <a:defRPr sz="2550" b="1">
                <a:solidFill>
                  <a:srgbClr val="522D60"/>
                </a:solidFill>
                <a:latin typeface="Arial"/>
                <a:ea typeface="Arial"/>
                <a:cs typeface="Arial"/>
              </a:defRPr>
            </a:lvl4pPr>
            <a:lvl5pPr algn="l">
              <a:defRPr sz="2550" b="1">
                <a:solidFill>
                  <a:srgbClr val="522D60"/>
                </a:solidFill>
                <a:latin typeface="Arial"/>
                <a:ea typeface="Arial"/>
                <a:cs typeface="Arial"/>
              </a:defRPr>
            </a:lvl5pPr>
            <a:lvl6pPr algn="l">
              <a:defRPr sz="2550" b="1">
                <a:solidFill>
                  <a:srgbClr val="522D60"/>
                </a:solidFill>
                <a:latin typeface="Arial"/>
                <a:ea typeface="Arial"/>
                <a:cs typeface="Arial"/>
              </a:defRPr>
            </a:lvl6pPr>
            <a:lvl7pPr algn="l">
              <a:defRPr sz="2550" b="1">
                <a:solidFill>
                  <a:srgbClr val="522D60"/>
                </a:solidFill>
                <a:latin typeface="Arial"/>
                <a:ea typeface="Arial"/>
                <a:cs typeface="Arial"/>
              </a:defRPr>
            </a:lvl7pPr>
            <a:lvl8pPr algn="l">
              <a:defRPr sz="2550" b="1">
                <a:solidFill>
                  <a:srgbClr val="522D60"/>
                </a:solidFill>
                <a:latin typeface="Arial"/>
                <a:ea typeface="Arial"/>
                <a:cs typeface="Arial"/>
              </a:defRPr>
            </a:lvl8pPr>
            <a:lvl9pPr algn="l">
              <a:defRPr sz="2550" b="1">
                <a:solidFill>
                  <a:srgbClr val="522D60"/>
                </a:solidFill>
                <a:latin typeface="Arial"/>
                <a:ea typeface="Arial"/>
                <a:cs typeface="Arial"/>
              </a:defRPr>
            </a:lvl9pPr>
          </a:lstStyle>
          <a:p>
            <a:pPr algn="l">
              <a:defRPr sz="2550" b="1">
                <a:solidFill>
                  <a:srgbClr val="522D60"/>
                </a:solidFill>
                <a:latin typeface="Arial"/>
                <a:ea typeface="Arial"/>
                <a:cs typeface="Arial"/>
              </a:defRPr>
            </a:pPr>
            <a:r>
              <a:rPr sz="2550" b="1">
                <a:solidFill>
                  <a:srgbClr val="522D60"/>
                </a:solidFill>
                <a:latin typeface="Arial"/>
                <a:ea typeface="Arial"/>
                <a:cs typeface="Arial"/>
              </a:rPr>
              <a:t>In 23.4% of groups, the highest price is at least twice the lowest</a:t>
            </a:r>
          </a:p>
        </p:txBody>
      </p:sp>
    </p:spTree>
    <p:extLst>
      <p:ext uri="{BB962C8B-B14F-4D97-AF65-F5344CB8AC3E}">
        <p14:creationId xmlns:p14="http://schemas.microsoft.com/office/powerpoint/2010/main" val="8651051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9" name="مستطيل 8">
            <a:extLst>
              <a:ext uri="{FF2B5EF4-FFF2-40B4-BE49-F238E27FC236}">
                <a16:creationId xmlns:a16="http://schemas.microsoft.com/office/drawing/2014/main" id="{B7F63CA9-4E21-42E4-9469-62B39EEF72E4}"/>
              </a:ext>
            </a:extLst>
          </p:cNvPr>
          <p:cNvSpPr>
            <a:spLocks noGrp="1"/>
          </p:cNvSpPr>
          <p:nvPr/>
        </p:nvSpPr>
        <p:spPr>
          <a:xfrm>
            <a:off x="685800" y="457200"/>
            <a:ext cx="10820400" cy="742950"/>
          </a:xfrm>
          <a:prstGeom prst="rect">
            <a:avLst/>
          </a:prstGeom>
          <a:noFill/>
          <a:ln w="0">
            <a:noFill/>
          </a:ln>
        </p:spPr>
        <p:txBody>
          <a:bodyPr lIns="0" tIns="0" rIns="0" bIns="0" anchor="ctr"/>
          <a:lstStyle>
            <a:defPPr algn="l">
              <a:defRPr sz="3300" b="1">
                <a:solidFill>
                  <a:srgbClr val="26182E"/>
                </a:solidFill>
                <a:latin typeface="Arial"/>
                <a:ea typeface="Arial"/>
                <a:cs typeface="Arial"/>
              </a:defRPr>
            </a:defPPr>
            <a:lvl1pPr algn="l">
              <a:defRPr sz="3300" b="1">
                <a:solidFill>
                  <a:srgbClr val="26182E"/>
                </a:solidFill>
                <a:latin typeface="Arial"/>
                <a:ea typeface="Arial"/>
                <a:cs typeface="Arial"/>
              </a:defRPr>
            </a:lvl1pPr>
            <a:lvl2pPr algn="l">
              <a:defRPr sz="3300" b="1">
                <a:solidFill>
                  <a:srgbClr val="26182E"/>
                </a:solidFill>
                <a:latin typeface="Arial"/>
                <a:ea typeface="Arial"/>
                <a:cs typeface="Arial"/>
              </a:defRPr>
            </a:lvl2pPr>
            <a:lvl3pPr algn="l">
              <a:defRPr sz="3300" b="1">
                <a:solidFill>
                  <a:srgbClr val="26182E"/>
                </a:solidFill>
                <a:latin typeface="Arial"/>
                <a:ea typeface="Arial"/>
                <a:cs typeface="Arial"/>
              </a:defRPr>
            </a:lvl3pPr>
            <a:lvl4pPr algn="l">
              <a:defRPr sz="3300" b="1">
                <a:solidFill>
                  <a:srgbClr val="26182E"/>
                </a:solidFill>
                <a:latin typeface="Arial"/>
                <a:ea typeface="Arial"/>
                <a:cs typeface="Arial"/>
              </a:defRPr>
            </a:lvl4pPr>
            <a:lvl5pPr algn="l">
              <a:defRPr sz="3300" b="1">
                <a:solidFill>
                  <a:srgbClr val="26182E"/>
                </a:solidFill>
                <a:latin typeface="Arial"/>
                <a:ea typeface="Arial"/>
                <a:cs typeface="Arial"/>
              </a:defRPr>
            </a:lvl5pPr>
            <a:lvl6pPr algn="l">
              <a:defRPr sz="3300" b="1">
                <a:solidFill>
                  <a:srgbClr val="26182E"/>
                </a:solidFill>
                <a:latin typeface="Arial"/>
                <a:ea typeface="Arial"/>
                <a:cs typeface="Arial"/>
              </a:defRPr>
            </a:lvl6pPr>
            <a:lvl7pPr algn="l">
              <a:defRPr sz="3300" b="1">
                <a:solidFill>
                  <a:srgbClr val="26182E"/>
                </a:solidFill>
                <a:latin typeface="Arial"/>
                <a:ea typeface="Arial"/>
                <a:cs typeface="Arial"/>
              </a:defRPr>
            </a:lvl7pPr>
            <a:lvl8pPr algn="l">
              <a:defRPr sz="3300" b="1">
                <a:solidFill>
                  <a:srgbClr val="26182E"/>
                </a:solidFill>
                <a:latin typeface="Arial"/>
                <a:ea typeface="Arial"/>
                <a:cs typeface="Arial"/>
              </a:defRPr>
            </a:lvl8pPr>
            <a:lvl9pPr algn="l">
              <a:defRPr sz="3300" b="1">
                <a:solidFill>
                  <a:srgbClr val="26182E"/>
                </a:solidFill>
                <a:latin typeface="Arial"/>
                <a:ea typeface="Arial"/>
                <a:cs typeface="Arial"/>
              </a:defRPr>
            </a:lvl9pPr>
          </a:lstStyle>
          <a:p>
            <a:pPr algn="l">
              <a:defRPr sz="3300" b="1">
                <a:solidFill>
                  <a:srgbClr val="26182E"/>
                </a:solidFill>
                <a:latin typeface="Arial"/>
                <a:ea typeface="Arial"/>
                <a:cs typeface="Arial"/>
              </a:defRPr>
            </a:pPr>
            <a:r>
              <a:rPr sz="3300" b="1">
                <a:solidFill>
                  <a:srgbClr val="26182E"/>
                </a:solidFill>
                <a:latin typeface="Arial"/>
                <a:ea typeface="Arial"/>
                <a:cs typeface="Arial"/>
              </a:rPr>
              <a:t>Real Example: Celofen 100 mg</a:t>
            </a:r>
          </a:p>
        </p:txBody>
      </p:sp>
      <p:sp>
        <p:nvSpPr>
          <p:cNvPr id="2" name="مستطيل 1">
            <a:extLst>
              <a:ext uri="{FF2B5EF4-FFF2-40B4-BE49-F238E27FC236}">
                <a16:creationId xmlns:a16="http://schemas.microsoft.com/office/drawing/2014/main" id="{3D28AB7A-1063-4814-9694-3441320340AE}"/>
              </a:ext>
            </a:extLst>
          </p:cNvPr>
          <p:cNvSpPr>
            <a:spLocks noGrp="1"/>
          </p:cNvSpPr>
          <p:nvPr/>
        </p:nvSpPr>
        <p:spPr>
          <a:xfrm>
            <a:off x="685800" y="6324600"/>
            <a:ext cx="476250" cy="209550"/>
          </a:xfrm>
          <a:prstGeom prst="rect">
            <a:avLst/>
          </a:prstGeom>
          <a:noFill/>
          <a:ln w="0">
            <a:noFill/>
          </a:ln>
        </p:spPr>
        <p:txBody>
          <a:bodyPr lIns="0" tIns="0" rIns="0" bIns="0" anchor="ctr"/>
          <a:lstStyle>
            <a:defPPr algn="l">
              <a:defRPr sz="1200" b="0">
                <a:solidFill>
                  <a:srgbClr val="756C78"/>
                </a:solidFill>
                <a:latin typeface="Arial"/>
                <a:ea typeface="Arial"/>
                <a:cs typeface="Arial"/>
              </a:defRPr>
            </a:defPPr>
            <a:lvl1pPr algn="l">
              <a:defRPr sz="1200" b="0">
                <a:solidFill>
                  <a:srgbClr val="756C78"/>
                </a:solidFill>
                <a:latin typeface="Arial"/>
                <a:ea typeface="Arial"/>
                <a:cs typeface="Arial"/>
              </a:defRPr>
            </a:lvl1pPr>
            <a:lvl2pPr algn="l">
              <a:defRPr sz="1200" b="0">
                <a:solidFill>
                  <a:srgbClr val="756C78"/>
                </a:solidFill>
                <a:latin typeface="Arial"/>
                <a:ea typeface="Arial"/>
                <a:cs typeface="Arial"/>
              </a:defRPr>
            </a:lvl2pPr>
            <a:lvl3pPr algn="l">
              <a:defRPr sz="1200" b="0">
                <a:solidFill>
                  <a:srgbClr val="756C78"/>
                </a:solidFill>
                <a:latin typeface="Arial"/>
                <a:ea typeface="Arial"/>
                <a:cs typeface="Arial"/>
              </a:defRPr>
            </a:lvl3pPr>
            <a:lvl4pPr algn="l">
              <a:defRPr sz="1200" b="0">
                <a:solidFill>
                  <a:srgbClr val="756C78"/>
                </a:solidFill>
                <a:latin typeface="Arial"/>
                <a:ea typeface="Arial"/>
                <a:cs typeface="Arial"/>
              </a:defRPr>
            </a:lvl4pPr>
            <a:lvl5pPr algn="l">
              <a:defRPr sz="1200" b="0">
                <a:solidFill>
                  <a:srgbClr val="756C78"/>
                </a:solidFill>
                <a:latin typeface="Arial"/>
                <a:ea typeface="Arial"/>
                <a:cs typeface="Arial"/>
              </a:defRPr>
            </a:lvl5pPr>
            <a:lvl6pPr algn="l">
              <a:defRPr sz="1200" b="0">
                <a:solidFill>
                  <a:srgbClr val="756C78"/>
                </a:solidFill>
                <a:latin typeface="Arial"/>
                <a:ea typeface="Arial"/>
                <a:cs typeface="Arial"/>
              </a:defRPr>
            </a:lvl6pPr>
            <a:lvl7pPr algn="l">
              <a:defRPr sz="1200" b="0">
                <a:solidFill>
                  <a:srgbClr val="756C78"/>
                </a:solidFill>
                <a:latin typeface="Arial"/>
                <a:ea typeface="Arial"/>
                <a:cs typeface="Arial"/>
              </a:defRPr>
            </a:lvl7pPr>
            <a:lvl8pPr algn="l">
              <a:defRPr sz="1200" b="0">
                <a:solidFill>
                  <a:srgbClr val="756C78"/>
                </a:solidFill>
                <a:latin typeface="Arial"/>
                <a:ea typeface="Arial"/>
                <a:cs typeface="Arial"/>
              </a:defRPr>
            </a:lvl8pPr>
            <a:lvl9pPr algn="l">
              <a:defRPr sz="1200" b="0">
                <a:solidFill>
                  <a:srgbClr val="756C78"/>
                </a:solidFill>
                <a:latin typeface="Arial"/>
                <a:ea typeface="Arial"/>
                <a:cs typeface="Arial"/>
              </a:defRPr>
            </a:lvl9pPr>
          </a:lstStyle>
          <a:p>
            <a:pPr algn="l">
              <a:defRPr sz="1200" b="0">
                <a:solidFill>
                  <a:srgbClr val="756C78"/>
                </a:solidFill>
                <a:latin typeface="Arial"/>
                <a:ea typeface="Arial"/>
                <a:cs typeface="Arial"/>
              </a:defRPr>
            </a:pPr>
            <a:r>
              <a:rPr sz="1200" b="0">
                <a:solidFill>
                  <a:srgbClr val="756C78"/>
                </a:solidFill>
                <a:latin typeface="Arial"/>
                <a:ea typeface="Arial"/>
                <a:cs typeface="Arial"/>
              </a:rPr>
              <a:t>12</a:t>
            </a:r>
          </a:p>
        </p:txBody>
      </p:sp>
      <p:sp>
        <p:nvSpPr>
          <p:cNvPr id="3" name="مستطيل 2">
            <a:extLst>
              <a:ext uri="{FF2B5EF4-FFF2-40B4-BE49-F238E27FC236}">
                <a16:creationId xmlns:a16="http://schemas.microsoft.com/office/drawing/2014/main" id="{3B73CF8A-411C-469C-A86D-9AC09630DCDE}"/>
              </a:ext>
            </a:extLst>
          </p:cNvPr>
          <p:cNvSpPr>
            <a:spLocks noGrp="1"/>
          </p:cNvSpPr>
          <p:nvPr/>
        </p:nvSpPr>
        <p:spPr>
          <a:xfrm>
            <a:off x="857250" y="1524000"/>
            <a:ext cx="10477500" cy="533400"/>
          </a:xfrm>
          <a:prstGeom prst="rect">
            <a:avLst/>
          </a:prstGeom>
          <a:noFill/>
          <a:ln w="0">
            <a:noFill/>
          </a:ln>
        </p:spPr>
        <p:txBody>
          <a:bodyPr lIns="0" tIns="0" rIns="0" bIns="0" anchor="ctr"/>
          <a:lstStyle>
            <a:defPPr algn="l">
              <a:defRPr sz="2325" b="0">
                <a:solidFill>
                  <a:srgbClr val="756C78"/>
                </a:solidFill>
                <a:latin typeface="Arial"/>
                <a:ea typeface="Arial"/>
                <a:cs typeface="Arial"/>
              </a:defRPr>
            </a:defPPr>
            <a:lvl1pPr algn="l">
              <a:defRPr sz="2325" b="0">
                <a:solidFill>
                  <a:srgbClr val="756C78"/>
                </a:solidFill>
                <a:latin typeface="Arial"/>
                <a:ea typeface="Arial"/>
                <a:cs typeface="Arial"/>
              </a:defRPr>
            </a:lvl1pPr>
            <a:lvl2pPr algn="l">
              <a:defRPr sz="2325" b="0">
                <a:solidFill>
                  <a:srgbClr val="756C78"/>
                </a:solidFill>
                <a:latin typeface="Arial"/>
                <a:ea typeface="Arial"/>
                <a:cs typeface="Arial"/>
              </a:defRPr>
            </a:lvl2pPr>
            <a:lvl3pPr algn="l">
              <a:defRPr sz="2325" b="0">
                <a:solidFill>
                  <a:srgbClr val="756C78"/>
                </a:solidFill>
                <a:latin typeface="Arial"/>
                <a:ea typeface="Arial"/>
                <a:cs typeface="Arial"/>
              </a:defRPr>
            </a:lvl3pPr>
            <a:lvl4pPr algn="l">
              <a:defRPr sz="2325" b="0">
                <a:solidFill>
                  <a:srgbClr val="756C78"/>
                </a:solidFill>
                <a:latin typeface="Arial"/>
                <a:ea typeface="Arial"/>
                <a:cs typeface="Arial"/>
              </a:defRPr>
            </a:lvl4pPr>
            <a:lvl5pPr algn="l">
              <a:defRPr sz="2325" b="0">
                <a:solidFill>
                  <a:srgbClr val="756C78"/>
                </a:solidFill>
                <a:latin typeface="Arial"/>
                <a:ea typeface="Arial"/>
                <a:cs typeface="Arial"/>
              </a:defRPr>
            </a:lvl5pPr>
            <a:lvl6pPr algn="l">
              <a:defRPr sz="2325" b="0">
                <a:solidFill>
                  <a:srgbClr val="756C78"/>
                </a:solidFill>
                <a:latin typeface="Arial"/>
                <a:ea typeface="Arial"/>
                <a:cs typeface="Arial"/>
              </a:defRPr>
            </a:lvl6pPr>
            <a:lvl7pPr algn="l">
              <a:defRPr sz="2325" b="0">
                <a:solidFill>
                  <a:srgbClr val="756C78"/>
                </a:solidFill>
                <a:latin typeface="Arial"/>
                <a:ea typeface="Arial"/>
                <a:cs typeface="Arial"/>
              </a:defRPr>
            </a:lvl7pPr>
            <a:lvl8pPr algn="l">
              <a:defRPr sz="2325" b="0">
                <a:solidFill>
                  <a:srgbClr val="756C78"/>
                </a:solidFill>
                <a:latin typeface="Arial"/>
                <a:ea typeface="Arial"/>
                <a:cs typeface="Arial"/>
              </a:defRPr>
            </a:lvl8pPr>
            <a:lvl9pPr algn="l">
              <a:defRPr sz="2325" b="0">
                <a:solidFill>
                  <a:srgbClr val="756C78"/>
                </a:solidFill>
                <a:latin typeface="Arial"/>
                <a:ea typeface="Arial"/>
                <a:cs typeface="Arial"/>
              </a:defRPr>
            </a:lvl9pPr>
          </a:lstStyle>
          <a:p>
            <a:pPr algn="l">
              <a:defRPr sz="2325" b="0">
                <a:solidFill>
                  <a:srgbClr val="756C78"/>
                </a:solidFill>
                <a:latin typeface="Arial"/>
                <a:ea typeface="Arial"/>
                <a:cs typeface="Arial"/>
              </a:defRPr>
            </a:pPr>
            <a:r>
              <a:rPr sz="2325" b="0">
                <a:solidFill>
                  <a:srgbClr val="756C78"/>
                </a:solidFill>
                <a:latin typeface="Arial"/>
                <a:ea typeface="Arial"/>
                <a:cs typeface="Arial"/>
              </a:rPr>
              <a:t>Aceclofenac / Tablet / 100 mg</a:t>
            </a:r>
          </a:p>
        </p:txBody>
      </p:sp>
      <p:graphicFrame>
        <p:nvGraphicFramePr>
          <p:cNvPr id="4" name="Chart">
            <a:extLst>
              <a:ext uri="{FF2B5EF4-FFF2-40B4-BE49-F238E27FC236}">
                <a16:creationId xmlns:a16="http://schemas.microsoft.com/office/drawing/2014/main" id="{4C76C8C0-478C-492D-AA62-901CDE1D9487}"/>
              </a:ext>
            </a:extLst>
          </p:cNvPr>
          <p:cNvGraphicFramePr/>
          <p:nvPr/>
        </p:nvGraphicFramePr>
        <p:xfrm>
          <a:off x="809625" y="2362200"/>
          <a:ext cx="6286500" cy="2857500"/>
        </p:xfrm>
        <a:graphic>
          <a:graphicData uri="http://schemas.openxmlformats.org/drawingml/2006/chart">
            <c:chart xmlns:c="http://schemas.openxmlformats.org/drawingml/2006/chart" xmlns:r="http://schemas.openxmlformats.org/officeDocument/2006/relationships" r:id="rId3"/>
          </a:graphicData>
        </a:graphic>
      </p:graphicFrame>
      <p:sp>
        <p:nvSpPr>
          <p:cNvPr id="5" name="مستطيل 4">
            <a:extLst>
              <a:ext uri="{FF2B5EF4-FFF2-40B4-BE49-F238E27FC236}">
                <a16:creationId xmlns:a16="http://schemas.microsoft.com/office/drawing/2014/main" id="{127FBD39-6BF0-4845-BAA2-D3A9428E621A}"/>
              </a:ext>
            </a:extLst>
          </p:cNvPr>
          <p:cNvSpPr>
            <a:spLocks noGrp="1"/>
          </p:cNvSpPr>
          <p:nvPr/>
        </p:nvSpPr>
        <p:spPr>
          <a:xfrm>
            <a:off x="7810500" y="2466975"/>
            <a:ext cx="3429000" cy="1047750"/>
          </a:xfrm>
          <a:prstGeom prst="rect">
            <a:avLst/>
          </a:prstGeom>
          <a:noFill/>
          <a:ln w="0">
            <a:noFill/>
          </a:ln>
        </p:spPr>
        <p:txBody>
          <a:bodyPr lIns="0" tIns="0" rIns="0" bIns="0" anchor="ctr"/>
          <a:lstStyle>
            <a:defPPr algn="ctr">
              <a:defRPr sz="6150" b="1">
                <a:solidFill>
                  <a:srgbClr val="522D60"/>
                </a:solidFill>
                <a:latin typeface="Arial"/>
                <a:ea typeface="Arial"/>
                <a:cs typeface="Arial"/>
              </a:defRPr>
            </a:defPPr>
            <a:lvl1pPr algn="ctr">
              <a:defRPr sz="6150" b="1">
                <a:solidFill>
                  <a:srgbClr val="522D60"/>
                </a:solidFill>
                <a:latin typeface="Arial"/>
                <a:ea typeface="Arial"/>
                <a:cs typeface="Arial"/>
              </a:defRPr>
            </a:lvl1pPr>
            <a:lvl2pPr algn="ctr">
              <a:defRPr sz="6150" b="1">
                <a:solidFill>
                  <a:srgbClr val="522D60"/>
                </a:solidFill>
                <a:latin typeface="Arial"/>
                <a:ea typeface="Arial"/>
                <a:cs typeface="Arial"/>
              </a:defRPr>
            </a:lvl2pPr>
            <a:lvl3pPr algn="ctr">
              <a:defRPr sz="6150" b="1">
                <a:solidFill>
                  <a:srgbClr val="522D60"/>
                </a:solidFill>
                <a:latin typeface="Arial"/>
                <a:ea typeface="Arial"/>
                <a:cs typeface="Arial"/>
              </a:defRPr>
            </a:lvl3pPr>
            <a:lvl4pPr algn="ctr">
              <a:defRPr sz="6150" b="1">
                <a:solidFill>
                  <a:srgbClr val="522D60"/>
                </a:solidFill>
                <a:latin typeface="Arial"/>
                <a:ea typeface="Arial"/>
                <a:cs typeface="Arial"/>
              </a:defRPr>
            </a:lvl4pPr>
            <a:lvl5pPr algn="ctr">
              <a:defRPr sz="6150" b="1">
                <a:solidFill>
                  <a:srgbClr val="522D60"/>
                </a:solidFill>
                <a:latin typeface="Arial"/>
                <a:ea typeface="Arial"/>
                <a:cs typeface="Arial"/>
              </a:defRPr>
            </a:lvl5pPr>
            <a:lvl6pPr algn="ctr">
              <a:defRPr sz="6150" b="1">
                <a:solidFill>
                  <a:srgbClr val="522D60"/>
                </a:solidFill>
                <a:latin typeface="Arial"/>
                <a:ea typeface="Arial"/>
                <a:cs typeface="Arial"/>
              </a:defRPr>
            </a:lvl6pPr>
            <a:lvl7pPr algn="ctr">
              <a:defRPr sz="6150" b="1">
                <a:solidFill>
                  <a:srgbClr val="522D60"/>
                </a:solidFill>
                <a:latin typeface="Arial"/>
                <a:ea typeface="Arial"/>
                <a:cs typeface="Arial"/>
              </a:defRPr>
            </a:lvl7pPr>
            <a:lvl8pPr algn="ctr">
              <a:defRPr sz="6150" b="1">
                <a:solidFill>
                  <a:srgbClr val="522D60"/>
                </a:solidFill>
                <a:latin typeface="Arial"/>
                <a:ea typeface="Arial"/>
                <a:cs typeface="Arial"/>
              </a:defRPr>
            </a:lvl8pPr>
            <a:lvl9pPr algn="ctr">
              <a:defRPr sz="6150" b="1">
                <a:solidFill>
                  <a:srgbClr val="522D60"/>
                </a:solidFill>
                <a:latin typeface="Arial"/>
                <a:ea typeface="Arial"/>
                <a:cs typeface="Arial"/>
              </a:defRPr>
            </a:lvl9pPr>
          </a:lstStyle>
          <a:p>
            <a:pPr algn="ctr">
              <a:defRPr sz="6150" b="1">
                <a:solidFill>
                  <a:srgbClr val="522D60"/>
                </a:solidFill>
                <a:latin typeface="Arial"/>
                <a:ea typeface="Arial"/>
                <a:cs typeface="Arial"/>
              </a:defRPr>
            </a:pPr>
            <a:r>
              <a:rPr sz="6150" b="1">
                <a:solidFill>
                  <a:srgbClr val="522D60"/>
                </a:solidFill>
                <a:latin typeface="Arial"/>
                <a:ea typeface="Arial"/>
                <a:cs typeface="Arial"/>
              </a:rPr>
              <a:t>62.59%</a:t>
            </a:r>
          </a:p>
        </p:txBody>
      </p:sp>
      <p:sp>
        <p:nvSpPr>
          <p:cNvPr id="6" name="مستطيل 5">
            <a:extLst>
              <a:ext uri="{FF2B5EF4-FFF2-40B4-BE49-F238E27FC236}">
                <a16:creationId xmlns:a16="http://schemas.microsoft.com/office/drawing/2014/main" id="{62BDE3A0-02B2-490C-861F-F522E19BD9DC}"/>
              </a:ext>
            </a:extLst>
          </p:cNvPr>
          <p:cNvSpPr>
            <a:spLocks noGrp="1"/>
          </p:cNvSpPr>
          <p:nvPr/>
        </p:nvSpPr>
        <p:spPr>
          <a:xfrm>
            <a:off x="7810500" y="3571875"/>
            <a:ext cx="3429000" cy="628650"/>
          </a:xfrm>
          <a:prstGeom prst="rect">
            <a:avLst/>
          </a:prstGeom>
          <a:noFill/>
          <a:ln w="0">
            <a:noFill/>
          </a:ln>
        </p:spPr>
        <p:txBody>
          <a:bodyPr lIns="0" tIns="0" rIns="0" bIns="0" anchor="ctr"/>
          <a:lstStyle>
            <a:defPPr algn="ctr">
              <a:defRPr sz="2025" b="0">
                <a:solidFill>
                  <a:srgbClr val="26182E"/>
                </a:solidFill>
                <a:latin typeface="Arial"/>
                <a:ea typeface="Arial"/>
                <a:cs typeface="Arial"/>
              </a:defRPr>
            </a:defPPr>
            <a:lvl1pPr algn="ctr">
              <a:defRPr sz="2025" b="0">
                <a:solidFill>
                  <a:srgbClr val="26182E"/>
                </a:solidFill>
                <a:latin typeface="Arial"/>
                <a:ea typeface="Arial"/>
                <a:cs typeface="Arial"/>
              </a:defRPr>
            </a:lvl1pPr>
            <a:lvl2pPr algn="ctr">
              <a:defRPr sz="2025" b="0">
                <a:solidFill>
                  <a:srgbClr val="26182E"/>
                </a:solidFill>
                <a:latin typeface="Arial"/>
                <a:ea typeface="Arial"/>
                <a:cs typeface="Arial"/>
              </a:defRPr>
            </a:lvl2pPr>
            <a:lvl3pPr algn="ctr">
              <a:defRPr sz="2025" b="0">
                <a:solidFill>
                  <a:srgbClr val="26182E"/>
                </a:solidFill>
                <a:latin typeface="Arial"/>
                <a:ea typeface="Arial"/>
                <a:cs typeface="Arial"/>
              </a:defRPr>
            </a:lvl3pPr>
            <a:lvl4pPr algn="ctr">
              <a:defRPr sz="2025" b="0">
                <a:solidFill>
                  <a:srgbClr val="26182E"/>
                </a:solidFill>
                <a:latin typeface="Arial"/>
                <a:ea typeface="Arial"/>
                <a:cs typeface="Arial"/>
              </a:defRPr>
            </a:lvl4pPr>
            <a:lvl5pPr algn="ctr">
              <a:defRPr sz="2025" b="0">
                <a:solidFill>
                  <a:srgbClr val="26182E"/>
                </a:solidFill>
                <a:latin typeface="Arial"/>
                <a:ea typeface="Arial"/>
                <a:cs typeface="Arial"/>
              </a:defRPr>
            </a:lvl5pPr>
            <a:lvl6pPr algn="ctr">
              <a:defRPr sz="2025" b="0">
                <a:solidFill>
                  <a:srgbClr val="26182E"/>
                </a:solidFill>
                <a:latin typeface="Arial"/>
                <a:ea typeface="Arial"/>
                <a:cs typeface="Arial"/>
              </a:defRPr>
            </a:lvl6pPr>
            <a:lvl7pPr algn="ctr">
              <a:defRPr sz="2025" b="0">
                <a:solidFill>
                  <a:srgbClr val="26182E"/>
                </a:solidFill>
                <a:latin typeface="Arial"/>
                <a:ea typeface="Arial"/>
                <a:cs typeface="Arial"/>
              </a:defRPr>
            </a:lvl7pPr>
            <a:lvl8pPr algn="ctr">
              <a:defRPr sz="2025" b="0">
                <a:solidFill>
                  <a:srgbClr val="26182E"/>
                </a:solidFill>
                <a:latin typeface="Arial"/>
                <a:ea typeface="Arial"/>
                <a:cs typeface="Arial"/>
              </a:defRPr>
            </a:lvl8pPr>
            <a:lvl9pPr algn="ctr">
              <a:defRPr sz="2025" b="0">
                <a:solidFill>
                  <a:srgbClr val="26182E"/>
                </a:solidFill>
                <a:latin typeface="Arial"/>
                <a:ea typeface="Arial"/>
                <a:cs typeface="Arial"/>
              </a:defRPr>
            </a:lvl9pPr>
          </a:lstStyle>
          <a:p>
            <a:pPr algn="ctr">
              <a:defRPr sz="2025" b="0">
                <a:solidFill>
                  <a:srgbClr val="26182E"/>
                </a:solidFill>
                <a:latin typeface="Arial"/>
                <a:ea typeface="Arial"/>
                <a:cs typeface="Arial"/>
              </a:defRPr>
            </a:pPr>
            <a:r>
              <a:rPr sz="2025" b="0">
                <a:solidFill>
                  <a:srgbClr val="26182E"/>
                </a:solidFill>
                <a:latin typeface="Arial"/>
                <a:ea typeface="Arial"/>
                <a:cs typeface="Arial"/>
              </a:rPr>
              <a:t>Saving per unit</a:t>
            </a:r>
          </a:p>
        </p:txBody>
      </p:sp>
      <p:sp>
        <p:nvSpPr>
          <p:cNvPr id="7" name="مستطيل 6">
            <a:extLst>
              <a:ext uri="{FF2B5EF4-FFF2-40B4-BE49-F238E27FC236}">
                <a16:creationId xmlns:a16="http://schemas.microsoft.com/office/drawing/2014/main" id="{FA1C39EC-81C3-423D-BE5C-A9C391D481CA}"/>
              </a:ext>
            </a:extLst>
          </p:cNvPr>
          <p:cNvSpPr>
            <a:spLocks noGrp="1"/>
          </p:cNvSpPr>
          <p:nvPr/>
        </p:nvSpPr>
        <p:spPr>
          <a:xfrm>
            <a:off x="857250" y="5486400"/>
            <a:ext cx="10477500" cy="438150"/>
          </a:xfrm>
          <a:prstGeom prst="rect">
            <a:avLst/>
          </a:prstGeom>
          <a:noFill/>
          <a:ln w="0">
            <a:noFill/>
          </a:ln>
        </p:spPr>
        <p:txBody>
          <a:bodyPr lIns="0" tIns="0" rIns="0" bIns="0" anchor="ctr"/>
          <a:lstStyle>
            <a:defPPr algn="l">
              <a:defRPr sz="2325" b="1">
                <a:solidFill>
                  <a:srgbClr val="522D60"/>
                </a:solidFill>
                <a:latin typeface="Arial"/>
                <a:ea typeface="Arial"/>
                <a:cs typeface="Arial"/>
              </a:defRPr>
            </a:defPPr>
            <a:lvl1pPr algn="l">
              <a:defRPr sz="2325" b="1">
                <a:solidFill>
                  <a:srgbClr val="522D60"/>
                </a:solidFill>
                <a:latin typeface="Arial"/>
                <a:ea typeface="Arial"/>
                <a:cs typeface="Arial"/>
              </a:defRPr>
            </a:lvl1pPr>
            <a:lvl2pPr algn="l">
              <a:defRPr sz="2325" b="1">
                <a:solidFill>
                  <a:srgbClr val="522D60"/>
                </a:solidFill>
                <a:latin typeface="Arial"/>
                <a:ea typeface="Arial"/>
                <a:cs typeface="Arial"/>
              </a:defRPr>
            </a:lvl2pPr>
            <a:lvl3pPr algn="l">
              <a:defRPr sz="2325" b="1">
                <a:solidFill>
                  <a:srgbClr val="522D60"/>
                </a:solidFill>
                <a:latin typeface="Arial"/>
                <a:ea typeface="Arial"/>
                <a:cs typeface="Arial"/>
              </a:defRPr>
            </a:lvl3pPr>
            <a:lvl4pPr algn="l">
              <a:defRPr sz="2325" b="1">
                <a:solidFill>
                  <a:srgbClr val="522D60"/>
                </a:solidFill>
                <a:latin typeface="Arial"/>
                <a:ea typeface="Arial"/>
                <a:cs typeface="Arial"/>
              </a:defRPr>
            </a:lvl4pPr>
            <a:lvl5pPr algn="l">
              <a:defRPr sz="2325" b="1">
                <a:solidFill>
                  <a:srgbClr val="522D60"/>
                </a:solidFill>
                <a:latin typeface="Arial"/>
                <a:ea typeface="Arial"/>
                <a:cs typeface="Arial"/>
              </a:defRPr>
            </a:lvl5pPr>
            <a:lvl6pPr algn="l">
              <a:defRPr sz="2325" b="1">
                <a:solidFill>
                  <a:srgbClr val="522D60"/>
                </a:solidFill>
                <a:latin typeface="Arial"/>
                <a:ea typeface="Arial"/>
                <a:cs typeface="Arial"/>
              </a:defRPr>
            </a:lvl6pPr>
            <a:lvl7pPr algn="l">
              <a:defRPr sz="2325" b="1">
                <a:solidFill>
                  <a:srgbClr val="522D60"/>
                </a:solidFill>
                <a:latin typeface="Arial"/>
                <a:ea typeface="Arial"/>
                <a:cs typeface="Arial"/>
              </a:defRPr>
            </a:lvl7pPr>
            <a:lvl8pPr algn="l">
              <a:defRPr sz="2325" b="1">
                <a:solidFill>
                  <a:srgbClr val="522D60"/>
                </a:solidFill>
                <a:latin typeface="Arial"/>
                <a:ea typeface="Arial"/>
                <a:cs typeface="Arial"/>
              </a:defRPr>
            </a:lvl8pPr>
            <a:lvl9pPr algn="l">
              <a:defRPr sz="2325" b="1">
                <a:solidFill>
                  <a:srgbClr val="522D60"/>
                </a:solidFill>
                <a:latin typeface="Arial"/>
                <a:ea typeface="Arial"/>
                <a:cs typeface="Arial"/>
              </a:defRPr>
            </a:lvl9pPr>
          </a:lstStyle>
          <a:p>
            <a:pPr algn="l">
              <a:defRPr sz="2325" b="1">
                <a:solidFill>
                  <a:srgbClr val="522D60"/>
                </a:solidFill>
                <a:latin typeface="Arial"/>
                <a:ea typeface="Arial"/>
                <a:cs typeface="Arial"/>
              </a:defRPr>
            </a:pPr>
            <a:r>
              <a:rPr sz="2325" b="1">
                <a:solidFill>
                  <a:srgbClr val="522D60"/>
                </a:solidFill>
                <a:latin typeface="Arial"/>
                <a:ea typeface="Arial"/>
                <a:cs typeface="Arial"/>
              </a:rPr>
              <a:t>30 units: 120.30 vs. 45.00 BDT</a:t>
            </a:r>
          </a:p>
        </p:txBody>
      </p:sp>
      <p:sp>
        <p:nvSpPr>
          <p:cNvPr id="8" name="مستطيل 7">
            <a:extLst>
              <a:ext uri="{FF2B5EF4-FFF2-40B4-BE49-F238E27FC236}">
                <a16:creationId xmlns:a16="http://schemas.microsoft.com/office/drawing/2014/main" id="{4F255D64-3A2B-42AF-9037-357D3A519EB6}"/>
              </a:ext>
            </a:extLst>
          </p:cNvPr>
          <p:cNvSpPr>
            <a:spLocks noGrp="1"/>
          </p:cNvSpPr>
          <p:nvPr/>
        </p:nvSpPr>
        <p:spPr>
          <a:xfrm>
            <a:off x="857250" y="5972175"/>
            <a:ext cx="10477500" cy="323850"/>
          </a:xfrm>
          <a:prstGeom prst="rect">
            <a:avLst/>
          </a:prstGeom>
          <a:noFill/>
          <a:ln w="0">
            <a:noFill/>
          </a:ln>
        </p:spPr>
        <p:txBody>
          <a:bodyPr lIns="0" tIns="0" rIns="0" bIns="0" anchor="ctr"/>
          <a:lstStyle>
            <a:defPPr algn="l">
              <a:defRPr sz="1875" b="0">
                <a:solidFill>
                  <a:srgbClr val="756C78"/>
                </a:solidFill>
                <a:latin typeface="Arial"/>
                <a:ea typeface="Arial"/>
                <a:cs typeface="Arial"/>
              </a:defRPr>
            </a:defPPr>
            <a:lvl1pPr algn="l">
              <a:defRPr sz="1875" b="0">
                <a:solidFill>
                  <a:srgbClr val="756C78"/>
                </a:solidFill>
                <a:latin typeface="Arial"/>
                <a:ea typeface="Arial"/>
                <a:cs typeface="Arial"/>
              </a:defRPr>
            </a:lvl1pPr>
            <a:lvl2pPr algn="l">
              <a:defRPr sz="1875" b="0">
                <a:solidFill>
                  <a:srgbClr val="756C78"/>
                </a:solidFill>
                <a:latin typeface="Arial"/>
                <a:ea typeface="Arial"/>
                <a:cs typeface="Arial"/>
              </a:defRPr>
            </a:lvl2pPr>
            <a:lvl3pPr algn="l">
              <a:defRPr sz="1875" b="0">
                <a:solidFill>
                  <a:srgbClr val="756C78"/>
                </a:solidFill>
                <a:latin typeface="Arial"/>
                <a:ea typeface="Arial"/>
                <a:cs typeface="Arial"/>
              </a:defRPr>
            </a:lvl3pPr>
            <a:lvl4pPr algn="l">
              <a:defRPr sz="1875" b="0">
                <a:solidFill>
                  <a:srgbClr val="756C78"/>
                </a:solidFill>
                <a:latin typeface="Arial"/>
                <a:ea typeface="Arial"/>
                <a:cs typeface="Arial"/>
              </a:defRPr>
            </a:lvl4pPr>
            <a:lvl5pPr algn="l">
              <a:defRPr sz="1875" b="0">
                <a:solidFill>
                  <a:srgbClr val="756C78"/>
                </a:solidFill>
                <a:latin typeface="Arial"/>
                <a:ea typeface="Arial"/>
                <a:cs typeface="Arial"/>
              </a:defRPr>
            </a:lvl5pPr>
            <a:lvl6pPr algn="l">
              <a:defRPr sz="1875" b="0">
                <a:solidFill>
                  <a:srgbClr val="756C78"/>
                </a:solidFill>
                <a:latin typeface="Arial"/>
                <a:ea typeface="Arial"/>
                <a:cs typeface="Arial"/>
              </a:defRPr>
            </a:lvl6pPr>
            <a:lvl7pPr algn="l">
              <a:defRPr sz="1875" b="0">
                <a:solidFill>
                  <a:srgbClr val="756C78"/>
                </a:solidFill>
                <a:latin typeface="Arial"/>
                <a:ea typeface="Arial"/>
                <a:cs typeface="Arial"/>
              </a:defRPr>
            </a:lvl7pPr>
            <a:lvl8pPr algn="l">
              <a:defRPr sz="1875" b="0">
                <a:solidFill>
                  <a:srgbClr val="756C78"/>
                </a:solidFill>
                <a:latin typeface="Arial"/>
                <a:ea typeface="Arial"/>
                <a:cs typeface="Arial"/>
              </a:defRPr>
            </a:lvl8pPr>
            <a:lvl9pPr algn="l">
              <a:defRPr sz="1875" b="0">
                <a:solidFill>
                  <a:srgbClr val="756C78"/>
                </a:solidFill>
                <a:latin typeface="Arial"/>
                <a:ea typeface="Arial"/>
                <a:cs typeface="Arial"/>
              </a:defRPr>
            </a:lvl9pPr>
          </a:lstStyle>
          <a:p>
            <a:pPr algn="l">
              <a:defRPr sz="1875" b="0">
                <a:solidFill>
                  <a:srgbClr val="756C78"/>
                </a:solidFill>
                <a:latin typeface="Arial"/>
                <a:ea typeface="Arial"/>
                <a:cs typeface="Arial"/>
              </a:defRPr>
            </a:pPr>
            <a:r>
              <a:rPr sz="1875" b="0">
                <a:solidFill>
                  <a:srgbClr val="756C78"/>
                </a:solidFill>
                <a:latin typeface="Arial"/>
                <a:ea typeface="Arial"/>
                <a:cs typeface="Arial"/>
              </a:rPr>
              <a:t>Total saving in this example = 75.30 BDT</a:t>
            </a:r>
          </a:p>
        </p:txBody>
      </p:sp>
    </p:spTree>
    <p:extLst>
      <p:ext uri="{BB962C8B-B14F-4D97-AF65-F5344CB8AC3E}">
        <p14:creationId xmlns:p14="http://schemas.microsoft.com/office/powerpoint/2010/main" val="18415120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6" name="مستطيل 5">
            <a:extLst>
              <a:ext uri="{FF2B5EF4-FFF2-40B4-BE49-F238E27FC236}">
                <a16:creationId xmlns:a16="http://schemas.microsoft.com/office/drawing/2014/main" id="{EC4D3D27-01DB-4E3B-82A6-6CF2E45FE4F1}"/>
              </a:ext>
            </a:extLst>
          </p:cNvPr>
          <p:cNvSpPr>
            <a:spLocks noGrp="1"/>
          </p:cNvSpPr>
          <p:nvPr/>
        </p:nvSpPr>
        <p:spPr>
          <a:xfrm>
            <a:off x="685800" y="457200"/>
            <a:ext cx="10820400" cy="742950"/>
          </a:xfrm>
          <a:prstGeom prst="rect">
            <a:avLst/>
          </a:prstGeom>
          <a:noFill/>
          <a:ln w="0">
            <a:noFill/>
          </a:ln>
        </p:spPr>
        <p:txBody>
          <a:bodyPr lIns="0" tIns="0" rIns="0" bIns="0" anchor="ctr"/>
          <a:lstStyle>
            <a:defPPr algn="l">
              <a:defRPr sz="3300" b="1">
                <a:solidFill>
                  <a:srgbClr val="26182E"/>
                </a:solidFill>
                <a:latin typeface="Arial"/>
                <a:ea typeface="Arial"/>
                <a:cs typeface="Arial"/>
              </a:defRPr>
            </a:defPPr>
            <a:lvl1pPr algn="l">
              <a:defRPr sz="3300" b="1">
                <a:solidFill>
                  <a:srgbClr val="26182E"/>
                </a:solidFill>
                <a:latin typeface="Arial"/>
                <a:ea typeface="Arial"/>
                <a:cs typeface="Arial"/>
              </a:defRPr>
            </a:lvl1pPr>
            <a:lvl2pPr algn="l">
              <a:defRPr sz="3300" b="1">
                <a:solidFill>
                  <a:srgbClr val="26182E"/>
                </a:solidFill>
                <a:latin typeface="Arial"/>
                <a:ea typeface="Arial"/>
                <a:cs typeface="Arial"/>
              </a:defRPr>
            </a:lvl2pPr>
            <a:lvl3pPr algn="l">
              <a:defRPr sz="3300" b="1">
                <a:solidFill>
                  <a:srgbClr val="26182E"/>
                </a:solidFill>
                <a:latin typeface="Arial"/>
                <a:ea typeface="Arial"/>
                <a:cs typeface="Arial"/>
              </a:defRPr>
            </a:lvl3pPr>
            <a:lvl4pPr algn="l">
              <a:defRPr sz="3300" b="1">
                <a:solidFill>
                  <a:srgbClr val="26182E"/>
                </a:solidFill>
                <a:latin typeface="Arial"/>
                <a:ea typeface="Arial"/>
                <a:cs typeface="Arial"/>
              </a:defRPr>
            </a:lvl4pPr>
            <a:lvl5pPr algn="l">
              <a:defRPr sz="3300" b="1">
                <a:solidFill>
                  <a:srgbClr val="26182E"/>
                </a:solidFill>
                <a:latin typeface="Arial"/>
                <a:ea typeface="Arial"/>
                <a:cs typeface="Arial"/>
              </a:defRPr>
            </a:lvl5pPr>
            <a:lvl6pPr algn="l">
              <a:defRPr sz="3300" b="1">
                <a:solidFill>
                  <a:srgbClr val="26182E"/>
                </a:solidFill>
                <a:latin typeface="Arial"/>
                <a:ea typeface="Arial"/>
                <a:cs typeface="Arial"/>
              </a:defRPr>
            </a:lvl6pPr>
            <a:lvl7pPr algn="l">
              <a:defRPr sz="3300" b="1">
                <a:solidFill>
                  <a:srgbClr val="26182E"/>
                </a:solidFill>
                <a:latin typeface="Arial"/>
                <a:ea typeface="Arial"/>
                <a:cs typeface="Arial"/>
              </a:defRPr>
            </a:lvl7pPr>
            <a:lvl8pPr algn="l">
              <a:defRPr sz="3300" b="1">
                <a:solidFill>
                  <a:srgbClr val="26182E"/>
                </a:solidFill>
                <a:latin typeface="Arial"/>
                <a:ea typeface="Arial"/>
                <a:cs typeface="Arial"/>
              </a:defRPr>
            </a:lvl8pPr>
            <a:lvl9pPr algn="l">
              <a:defRPr sz="3300" b="1">
                <a:solidFill>
                  <a:srgbClr val="26182E"/>
                </a:solidFill>
                <a:latin typeface="Arial"/>
                <a:ea typeface="Arial"/>
                <a:cs typeface="Arial"/>
              </a:defRPr>
            </a:lvl9pPr>
          </a:lstStyle>
          <a:p>
            <a:pPr algn="l">
              <a:defRPr sz="3300" b="1">
                <a:solidFill>
                  <a:srgbClr val="26182E"/>
                </a:solidFill>
                <a:latin typeface="Arial"/>
                <a:ea typeface="Arial"/>
                <a:cs typeface="Arial"/>
              </a:defRPr>
            </a:pPr>
            <a:r>
              <a:rPr sz="3300" b="1">
                <a:solidFill>
                  <a:srgbClr val="26182E"/>
                </a:solidFill>
                <a:latin typeface="Arial"/>
                <a:ea typeface="Arial"/>
                <a:cs typeface="Arial"/>
              </a:rPr>
              <a:t>Manufacturer Price Index</a:t>
            </a:r>
          </a:p>
        </p:txBody>
      </p:sp>
      <p:sp>
        <p:nvSpPr>
          <p:cNvPr id="2" name="مستطيل 1">
            <a:extLst>
              <a:ext uri="{FF2B5EF4-FFF2-40B4-BE49-F238E27FC236}">
                <a16:creationId xmlns:a16="http://schemas.microsoft.com/office/drawing/2014/main" id="{E9AF61A0-DEF8-4F6B-A476-E877DD6003C3}"/>
              </a:ext>
            </a:extLst>
          </p:cNvPr>
          <p:cNvSpPr>
            <a:spLocks noGrp="1"/>
          </p:cNvSpPr>
          <p:nvPr/>
        </p:nvSpPr>
        <p:spPr>
          <a:xfrm>
            <a:off x="685800" y="6324600"/>
            <a:ext cx="476250" cy="209550"/>
          </a:xfrm>
          <a:prstGeom prst="rect">
            <a:avLst/>
          </a:prstGeom>
          <a:noFill/>
          <a:ln w="0">
            <a:noFill/>
          </a:ln>
        </p:spPr>
        <p:txBody>
          <a:bodyPr lIns="0" tIns="0" rIns="0" bIns="0" anchor="ctr"/>
          <a:lstStyle>
            <a:defPPr algn="l">
              <a:defRPr sz="1200" b="0">
                <a:solidFill>
                  <a:srgbClr val="756C78"/>
                </a:solidFill>
                <a:latin typeface="Arial"/>
                <a:ea typeface="Arial"/>
                <a:cs typeface="Arial"/>
              </a:defRPr>
            </a:defPPr>
            <a:lvl1pPr algn="l">
              <a:defRPr sz="1200" b="0">
                <a:solidFill>
                  <a:srgbClr val="756C78"/>
                </a:solidFill>
                <a:latin typeface="Arial"/>
                <a:ea typeface="Arial"/>
                <a:cs typeface="Arial"/>
              </a:defRPr>
            </a:lvl1pPr>
            <a:lvl2pPr algn="l">
              <a:defRPr sz="1200" b="0">
                <a:solidFill>
                  <a:srgbClr val="756C78"/>
                </a:solidFill>
                <a:latin typeface="Arial"/>
                <a:ea typeface="Arial"/>
                <a:cs typeface="Arial"/>
              </a:defRPr>
            </a:lvl2pPr>
            <a:lvl3pPr algn="l">
              <a:defRPr sz="1200" b="0">
                <a:solidFill>
                  <a:srgbClr val="756C78"/>
                </a:solidFill>
                <a:latin typeface="Arial"/>
                <a:ea typeface="Arial"/>
                <a:cs typeface="Arial"/>
              </a:defRPr>
            </a:lvl3pPr>
            <a:lvl4pPr algn="l">
              <a:defRPr sz="1200" b="0">
                <a:solidFill>
                  <a:srgbClr val="756C78"/>
                </a:solidFill>
                <a:latin typeface="Arial"/>
                <a:ea typeface="Arial"/>
                <a:cs typeface="Arial"/>
              </a:defRPr>
            </a:lvl4pPr>
            <a:lvl5pPr algn="l">
              <a:defRPr sz="1200" b="0">
                <a:solidFill>
                  <a:srgbClr val="756C78"/>
                </a:solidFill>
                <a:latin typeface="Arial"/>
                <a:ea typeface="Arial"/>
                <a:cs typeface="Arial"/>
              </a:defRPr>
            </a:lvl5pPr>
            <a:lvl6pPr algn="l">
              <a:defRPr sz="1200" b="0">
                <a:solidFill>
                  <a:srgbClr val="756C78"/>
                </a:solidFill>
                <a:latin typeface="Arial"/>
                <a:ea typeface="Arial"/>
                <a:cs typeface="Arial"/>
              </a:defRPr>
            </a:lvl6pPr>
            <a:lvl7pPr algn="l">
              <a:defRPr sz="1200" b="0">
                <a:solidFill>
                  <a:srgbClr val="756C78"/>
                </a:solidFill>
                <a:latin typeface="Arial"/>
                <a:ea typeface="Arial"/>
                <a:cs typeface="Arial"/>
              </a:defRPr>
            </a:lvl7pPr>
            <a:lvl8pPr algn="l">
              <a:defRPr sz="1200" b="0">
                <a:solidFill>
                  <a:srgbClr val="756C78"/>
                </a:solidFill>
                <a:latin typeface="Arial"/>
                <a:ea typeface="Arial"/>
                <a:cs typeface="Arial"/>
              </a:defRPr>
            </a:lvl8pPr>
            <a:lvl9pPr algn="l">
              <a:defRPr sz="1200" b="0">
                <a:solidFill>
                  <a:srgbClr val="756C78"/>
                </a:solidFill>
                <a:latin typeface="Arial"/>
                <a:ea typeface="Arial"/>
                <a:cs typeface="Arial"/>
              </a:defRPr>
            </a:lvl9pPr>
          </a:lstStyle>
          <a:p>
            <a:pPr algn="l">
              <a:defRPr sz="1200" b="0">
                <a:solidFill>
                  <a:srgbClr val="756C78"/>
                </a:solidFill>
                <a:latin typeface="Arial"/>
                <a:ea typeface="Arial"/>
                <a:cs typeface="Arial"/>
              </a:defRPr>
            </a:pPr>
            <a:r>
              <a:rPr sz="1200" b="0">
                <a:solidFill>
                  <a:srgbClr val="756C78"/>
                </a:solidFill>
                <a:latin typeface="Arial"/>
                <a:ea typeface="Arial"/>
                <a:cs typeface="Arial"/>
              </a:rPr>
              <a:t>13</a:t>
            </a:r>
          </a:p>
        </p:txBody>
      </p:sp>
      <p:sp>
        <p:nvSpPr>
          <p:cNvPr id="3" name="مستطيل 2">
            <a:extLst>
              <a:ext uri="{FF2B5EF4-FFF2-40B4-BE49-F238E27FC236}">
                <a16:creationId xmlns:a16="http://schemas.microsoft.com/office/drawing/2014/main" id="{7ED85032-F456-4A07-8569-4398D758BA98}"/>
              </a:ext>
            </a:extLst>
          </p:cNvPr>
          <p:cNvSpPr>
            <a:spLocks noGrp="1"/>
          </p:cNvSpPr>
          <p:nvPr/>
        </p:nvSpPr>
        <p:spPr>
          <a:xfrm>
            <a:off x="857250" y="1495425"/>
            <a:ext cx="10477500" cy="523875"/>
          </a:xfrm>
          <a:prstGeom prst="rect">
            <a:avLst/>
          </a:prstGeom>
          <a:noFill/>
          <a:ln w="0">
            <a:noFill/>
          </a:ln>
        </p:spPr>
        <p:txBody>
          <a:bodyPr lIns="0" tIns="0" rIns="0" bIns="0" anchor="ctr"/>
          <a:lstStyle>
            <a:defPPr algn="l">
              <a:defRPr sz="2475" b="1">
                <a:solidFill>
                  <a:srgbClr val="522D60"/>
                </a:solidFill>
                <a:latin typeface="Arial"/>
                <a:ea typeface="Arial"/>
                <a:cs typeface="Arial"/>
              </a:defRPr>
            </a:defPPr>
            <a:lvl1pPr algn="l">
              <a:defRPr sz="2475" b="1">
                <a:solidFill>
                  <a:srgbClr val="522D60"/>
                </a:solidFill>
                <a:latin typeface="Arial"/>
                <a:ea typeface="Arial"/>
                <a:cs typeface="Arial"/>
              </a:defRPr>
            </a:lvl1pPr>
            <a:lvl2pPr algn="l">
              <a:defRPr sz="2475" b="1">
                <a:solidFill>
                  <a:srgbClr val="522D60"/>
                </a:solidFill>
                <a:latin typeface="Arial"/>
                <a:ea typeface="Arial"/>
                <a:cs typeface="Arial"/>
              </a:defRPr>
            </a:lvl2pPr>
            <a:lvl3pPr algn="l">
              <a:defRPr sz="2475" b="1">
                <a:solidFill>
                  <a:srgbClr val="522D60"/>
                </a:solidFill>
                <a:latin typeface="Arial"/>
                <a:ea typeface="Arial"/>
                <a:cs typeface="Arial"/>
              </a:defRPr>
            </a:lvl3pPr>
            <a:lvl4pPr algn="l">
              <a:defRPr sz="2475" b="1">
                <a:solidFill>
                  <a:srgbClr val="522D60"/>
                </a:solidFill>
                <a:latin typeface="Arial"/>
                <a:ea typeface="Arial"/>
                <a:cs typeface="Arial"/>
              </a:defRPr>
            </a:lvl4pPr>
            <a:lvl5pPr algn="l">
              <a:defRPr sz="2475" b="1">
                <a:solidFill>
                  <a:srgbClr val="522D60"/>
                </a:solidFill>
                <a:latin typeface="Arial"/>
                <a:ea typeface="Arial"/>
                <a:cs typeface="Arial"/>
              </a:defRPr>
            </a:lvl5pPr>
            <a:lvl6pPr algn="l">
              <a:defRPr sz="2475" b="1">
                <a:solidFill>
                  <a:srgbClr val="522D60"/>
                </a:solidFill>
                <a:latin typeface="Arial"/>
                <a:ea typeface="Arial"/>
                <a:cs typeface="Arial"/>
              </a:defRPr>
            </a:lvl6pPr>
            <a:lvl7pPr algn="l">
              <a:defRPr sz="2475" b="1">
                <a:solidFill>
                  <a:srgbClr val="522D60"/>
                </a:solidFill>
                <a:latin typeface="Arial"/>
                <a:ea typeface="Arial"/>
                <a:cs typeface="Arial"/>
              </a:defRPr>
            </a:lvl7pPr>
            <a:lvl8pPr algn="l">
              <a:defRPr sz="2475" b="1">
                <a:solidFill>
                  <a:srgbClr val="522D60"/>
                </a:solidFill>
                <a:latin typeface="Arial"/>
                <a:ea typeface="Arial"/>
                <a:cs typeface="Arial"/>
              </a:defRPr>
            </a:lvl8pPr>
            <a:lvl9pPr algn="l">
              <a:defRPr sz="2475" b="1">
                <a:solidFill>
                  <a:srgbClr val="522D60"/>
                </a:solidFill>
                <a:latin typeface="Arial"/>
                <a:ea typeface="Arial"/>
                <a:cs typeface="Arial"/>
              </a:defRPr>
            </a:lvl9pPr>
          </a:lstStyle>
          <a:p>
            <a:pPr algn="l">
              <a:defRPr sz="2475" b="1">
                <a:solidFill>
                  <a:srgbClr val="522D60"/>
                </a:solidFill>
                <a:latin typeface="Arial"/>
                <a:ea typeface="Arial"/>
                <a:cs typeface="Arial"/>
              </a:defRPr>
            </a:pPr>
            <a:r>
              <a:rPr sz="2475" b="1">
                <a:solidFill>
                  <a:srgbClr val="522D60"/>
                </a:solidFill>
                <a:latin typeface="Arial"/>
                <a:ea typeface="Arial"/>
                <a:cs typeface="Arial"/>
              </a:rPr>
              <a:t>Product price ÷ median price of its comparison group</a:t>
            </a:r>
          </a:p>
        </p:txBody>
      </p:sp>
      <p:graphicFrame>
        <p:nvGraphicFramePr>
          <p:cNvPr id="4" name="Chart">
            <a:extLst>
              <a:ext uri="{FF2B5EF4-FFF2-40B4-BE49-F238E27FC236}">
                <a16:creationId xmlns:a16="http://schemas.microsoft.com/office/drawing/2014/main" id="{3BE57C40-F8D2-434C-993B-B0FD9FCA195C}"/>
              </a:ext>
            </a:extLst>
          </p:cNvPr>
          <p:cNvGraphicFramePr/>
          <p:nvPr/>
        </p:nvGraphicFramePr>
        <p:xfrm>
          <a:off x="857250" y="2381250"/>
          <a:ext cx="10477500" cy="2857500"/>
        </p:xfrm>
        <a:graphic>
          <a:graphicData uri="http://schemas.openxmlformats.org/drawingml/2006/chart">
            <c:chart xmlns:c="http://schemas.openxmlformats.org/drawingml/2006/chart" xmlns:r="http://schemas.openxmlformats.org/officeDocument/2006/relationships" r:id="rId3"/>
          </a:graphicData>
        </a:graphic>
      </p:graphicFrame>
      <p:sp>
        <p:nvSpPr>
          <p:cNvPr id="5" name="مستطيل 4">
            <a:extLst>
              <a:ext uri="{FF2B5EF4-FFF2-40B4-BE49-F238E27FC236}">
                <a16:creationId xmlns:a16="http://schemas.microsoft.com/office/drawing/2014/main" id="{9EB92D44-D1E3-4E30-A67C-391A5A2FB043}"/>
              </a:ext>
            </a:extLst>
          </p:cNvPr>
          <p:cNvSpPr>
            <a:spLocks noGrp="1"/>
          </p:cNvSpPr>
          <p:nvPr/>
        </p:nvSpPr>
        <p:spPr>
          <a:xfrm>
            <a:off x="857250" y="5676900"/>
            <a:ext cx="10477500" cy="419100"/>
          </a:xfrm>
          <a:prstGeom prst="rect">
            <a:avLst/>
          </a:prstGeom>
          <a:noFill/>
          <a:ln w="0">
            <a:noFill/>
          </a:ln>
        </p:spPr>
        <p:txBody>
          <a:bodyPr lIns="0" tIns="0" rIns="0" bIns="0" anchor="ctr"/>
          <a:lstStyle>
            <a:defPPr algn="l">
              <a:defRPr sz="2025" b="0">
                <a:solidFill>
                  <a:srgbClr val="756C78"/>
                </a:solidFill>
                <a:latin typeface="Arial"/>
                <a:ea typeface="Arial"/>
                <a:cs typeface="Arial"/>
              </a:defRPr>
            </a:defPPr>
            <a:lvl1pPr algn="l">
              <a:defRPr sz="2025" b="0">
                <a:solidFill>
                  <a:srgbClr val="756C78"/>
                </a:solidFill>
                <a:latin typeface="Arial"/>
                <a:ea typeface="Arial"/>
                <a:cs typeface="Arial"/>
              </a:defRPr>
            </a:lvl1pPr>
            <a:lvl2pPr algn="l">
              <a:defRPr sz="2025" b="0">
                <a:solidFill>
                  <a:srgbClr val="756C78"/>
                </a:solidFill>
                <a:latin typeface="Arial"/>
                <a:ea typeface="Arial"/>
                <a:cs typeface="Arial"/>
              </a:defRPr>
            </a:lvl2pPr>
            <a:lvl3pPr algn="l">
              <a:defRPr sz="2025" b="0">
                <a:solidFill>
                  <a:srgbClr val="756C78"/>
                </a:solidFill>
                <a:latin typeface="Arial"/>
                <a:ea typeface="Arial"/>
                <a:cs typeface="Arial"/>
              </a:defRPr>
            </a:lvl3pPr>
            <a:lvl4pPr algn="l">
              <a:defRPr sz="2025" b="0">
                <a:solidFill>
                  <a:srgbClr val="756C78"/>
                </a:solidFill>
                <a:latin typeface="Arial"/>
                <a:ea typeface="Arial"/>
                <a:cs typeface="Arial"/>
              </a:defRPr>
            </a:lvl4pPr>
            <a:lvl5pPr algn="l">
              <a:defRPr sz="2025" b="0">
                <a:solidFill>
                  <a:srgbClr val="756C78"/>
                </a:solidFill>
                <a:latin typeface="Arial"/>
                <a:ea typeface="Arial"/>
                <a:cs typeface="Arial"/>
              </a:defRPr>
            </a:lvl5pPr>
            <a:lvl6pPr algn="l">
              <a:defRPr sz="2025" b="0">
                <a:solidFill>
                  <a:srgbClr val="756C78"/>
                </a:solidFill>
                <a:latin typeface="Arial"/>
                <a:ea typeface="Arial"/>
                <a:cs typeface="Arial"/>
              </a:defRPr>
            </a:lvl6pPr>
            <a:lvl7pPr algn="l">
              <a:defRPr sz="2025" b="0">
                <a:solidFill>
                  <a:srgbClr val="756C78"/>
                </a:solidFill>
                <a:latin typeface="Arial"/>
                <a:ea typeface="Arial"/>
                <a:cs typeface="Arial"/>
              </a:defRPr>
            </a:lvl7pPr>
            <a:lvl8pPr algn="l">
              <a:defRPr sz="2025" b="0">
                <a:solidFill>
                  <a:srgbClr val="756C78"/>
                </a:solidFill>
                <a:latin typeface="Arial"/>
                <a:ea typeface="Arial"/>
                <a:cs typeface="Arial"/>
              </a:defRPr>
            </a:lvl8pPr>
            <a:lvl9pPr algn="l">
              <a:defRPr sz="2025" b="0">
                <a:solidFill>
                  <a:srgbClr val="756C78"/>
                </a:solidFill>
                <a:latin typeface="Arial"/>
                <a:ea typeface="Arial"/>
                <a:cs typeface="Arial"/>
              </a:defRPr>
            </a:lvl9pPr>
          </a:lstStyle>
          <a:p>
            <a:pPr algn="l">
              <a:defRPr sz="2025" b="0">
                <a:solidFill>
                  <a:srgbClr val="756C78"/>
                </a:solidFill>
                <a:latin typeface="Arial"/>
                <a:ea typeface="Arial"/>
                <a:cs typeface="Arial"/>
              </a:defRPr>
            </a:pPr>
            <a:r>
              <a:rPr sz="2025" b="0">
                <a:solidFill>
                  <a:srgbClr val="756C78"/>
                </a:solidFill>
                <a:latin typeface="Arial"/>
                <a:ea typeface="Arial"/>
                <a:cs typeface="Arial"/>
              </a:rPr>
              <a:t>1.00 represents the group median. Analysis covers 107 manufacturers.</a:t>
            </a:r>
          </a:p>
        </p:txBody>
      </p:sp>
    </p:spTree>
    <p:extLst>
      <p:ext uri="{BB962C8B-B14F-4D97-AF65-F5344CB8AC3E}">
        <p14:creationId xmlns:p14="http://schemas.microsoft.com/office/powerpoint/2010/main" val="3084333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11" name="مستطيل 10">
            <a:extLst>
              <a:ext uri="{FF2B5EF4-FFF2-40B4-BE49-F238E27FC236}">
                <a16:creationId xmlns:a16="http://schemas.microsoft.com/office/drawing/2014/main" id="{DAA224EA-ED2B-4A6D-B251-DE2E40CC6153}"/>
              </a:ext>
            </a:extLst>
          </p:cNvPr>
          <p:cNvSpPr>
            <a:spLocks noGrp="1"/>
          </p:cNvSpPr>
          <p:nvPr/>
        </p:nvSpPr>
        <p:spPr>
          <a:xfrm>
            <a:off x="685800" y="457200"/>
            <a:ext cx="10820400" cy="742950"/>
          </a:xfrm>
          <a:prstGeom prst="rect">
            <a:avLst/>
          </a:prstGeom>
          <a:noFill/>
          <a:ln w="0">
            <a:noFill/>
          </a:ln>
        </p:spPr>
        <p:txBody>
          <a:bodyPr lIns="0" tIns="0" rIns="0" bIns="0" anchor="ctr"/>
          <a:lstStyle>
            <a:defPPr algn="l">
              <a:defRPr sz="3300" b="1">
                <a:solidFill>
                  <a:srgbClr val="26182E"/>
                </a:solidFill>
                <a:latin typeface="Arial"/>
                <a:ea typeface="Arial"/>
                <a:cs typeface="Arial"/>
              </a:defRPr>
            </a:defPPr>
            <a:lvl1pPr algn="l">
              <a:defRPr sz="3300" b="1">
                <a:solidFill>
                  <a:srgbClr val="26182E"/>
                </a:solidFill>
                <a:latin typeface="Arial"/>
                <a:ea typeface="Arial"/>
                <a:cs typeface="Arial"/>
              </a:defRPr>
            </a:lvl1pPr>
            <a:lvl2pPr algn="l">
              <a:defRPr sz="3300" b="1">
                <a:solidFill>
                  <a:srgbClr val="26182E"/>
                </a:solidFill>
                <a:latin typeface="Arial"/>
                <a:ea typeface="Arial"/>
                <a:cs typeface="Arial"/>
              </a:defRPr>
            </a:lvl2pPr>
            <a:lvl3pPr algn="l">
              <a:defRPr sz="3300" b="1">
                <a:solidFill>
                  <a:srgbClr val="26182E"/>
                </a:solidFill>
                <a:latin typeface="Arial"/>
                <a:ea typeface="Arial"/>
                <a:cs typeface="Arial"/>
              </a:defRPr>
            </a:lvl3pPr>
            <a:lvl4pPr algn="l">
              <a:defRPr sz="3300" b="1">
                <a:solidFill>
                  <a:srgbClr val="26182E"/>
                </a:solidFill>
                <a:latin typeface="Arial"/>
                <a:ea typeface="Arial"/>
                <a:cs typeface="Arial"/>
              </a:defRPr>
            </a:lvl4pPr>
            <a:lvl5pPr algn="l">
              <a:defRPr sz="3300" b="1">
                <a:solidFill>
                  <a:srgbClr val="26182E"/>
                </a:solidFill>
                <a:latin typeface="Arial"/>
                <a:ea typeface="Arial"/>
                <a:cs typeface="Arial"/>
              </a:defRPr>
            </a:lvl5pPr>
            <a:lvl6pPr algn="l">
              <a:defRPr sz="3300" b="1">
                <a:solidFill>
                  <a:srgbClr val="26182E"/>
                </a:solidFill>
                <a:latin typeface="Arial"/>
                <a:ea typeface="Arial"/>
                <a:cs typeface="Arial"/>
              </a:defRPr>
            </a:lvl6pPr>
            <a:lvl7pPr algn="l">
              <a:defRPr sz="3300" b="1">
                <a:solidFill>
                  <a:srgbClr val="26182E"/>
                </a:solidFill>
                <a:latin typeface="Arial"/>
                <a:ea typeface="Arial"/>
                <a:cs typeface="Arial"/>
              </a:defRPr>
            </a:lvl7pPr>
            <a:lvl8pPr algn="l">
              <a:defRPr sz="3300" b="1">
                <a:solidFill>
                  <a:srgbClr val="26182E"/>
                </a:solidFill>
                <a:latin typeface="Arial"/>
                <a:ea typeface="Arial"/>
                <a:cs typeface="Arial"/>
              </a:defRPr>
            </a:lvl8pPr>
            <a:lvl9pPr algn="l">
              <a:defRPr sz="3300" b="1">
                <a:solidFill>
                  <a:srgbClr val="26182E"/>
                </a:solidFill>
                <a:latin typeface="Arial"/>
                <a:ea typeface="Arial"/>
                <a:cs typeface="Arial"/>
              </a:defRPr>
            </a:lvl9pPr>
          </a:lstStyle>
          <a:p>
            <a:pPr algn="l">
              <a:defRPr sz="3300" b="1">
                <a:solidFill>
                  <a:srgbClr val="26182E"/>
                </a:solidFill>
                <a:latin typeface="Arial"/>
                <a:ea typeface="Arial"/>
                <a:cs typeface="Arial"/>
              </a:defRPr>
            </a:pPr>
            <a:r>
              <a:rPr sz="3300" b="1">
                <a:solidFill>
                  <a:srgbClr val="26182E"/>
                </a:solidFill>
                <a:latin typeface="Arial"/>
                <a:ea typeface="Arial"/>
                <a:cs typeface="Arial"/>
              </a:rPr>
              <a:t>Interactive Applications</a:t>
            </a:r>
          </a:p>
        </p:txBody>
      </p:sp>
      <p:sp>
        <p:nvSpPr>
          <p:cNvPr id="2" name="مستطيل 1">
            <a:extLst>
              <a:ext uri="{FF2B5EF4-FFF2-40B4-BE49-F238E27FC236}">
                <a16:creationId xmlns:a16="http://schemas.microsoft.com/office/drawing/2014/main" id="{D76258BC-8053-46E2-BF98-69CF3E42E3AF}"/>
              </a:ext>
            </a:extLst>
          </p:cNvPr>
          <p:cNvSpPr>
            <a:spLocks noGrp="1"/>
          </p:cNvSpPr>
          <p:nvPr/>
        </p:nvSpPr>
        <p:spPr>
          <a:xfrm>
            <a:off x="685800" y="6324600"/>
            <a:ext cx="476250" cy="209550"/>
          </a:xfrm>
          <a:prstGeom prst="rect">
            <a:avLst/>
          </a:prstGeom>
          <a:noFill/>
          <a:ln w="0">
            <a:noFill/>
          </a:ln>
        </p:spPr>
        <p:txBody>
          <a:bodyPr lIns="0" tIns="0" rIns="0" bIns="0" anchor="ctr"/>
          <a:lstStyle>
            <a:defPPr algn="l">
              <a:defRPr sz="1200" b="0">
                <a:solidFill>
                  <a:srgbClr val="756C78"/>
                </a:solidFill>
                <a:latin typeface="Arial"/>
                <a:ea typeface="Arial"/>
                <a:cs typeface="Arial"/>
              </a:defRPr>
            </a:defPPr>
            <a:lvl1pPr algn="l">
              <a:defRPr sz="1200" b="0">
                <a:solidFill>
                  <a:srgbClr val="756C78"/>
                </a:solidFill>
                <a:latin typeface="Arial"/>
                <a:ea typeface="Arial"/>
                <a:cs typeface="Arial"/>
              </a:defRPr>
            </a:lvl1pPr>
            <a:lvl2pPr algn="l">
              <a:defRPr sz="1200" b="0">
                <a:solidFill>
                  <a:srgbClr val="756C78"/>
                </a:solidFill>
                <a:latin typeface="Arial"/>
                <a:ea typeface="Arial"/>
                <a:cs typeface="Arial"/>
              </a:defRPr>
            </a:lvl2pPr>
            <a:lvl3pPr algn="l">
              <a:defRPr sz="1200" b="0">
                <a:solidFill>
                  <a:srgbClr val="756C78"/>
                </a:solidFill>
                <a:latin typeface="Arial"/>
                <a:ea typeface="Arial"/>
                <a:cs typeface="Arial"/>
              </a:defRPr>
            </a:lvl3pPr>
            <a:lvl4pPr algn="l">
              <a:defRPr sz="1200" b="0">
                <a:solidFill>
                  <a:srgbClr val="756C78"/>
                </a:solidFill>
                <a:latin typeface="Arial"/>
                <a:ea typeface="Arial"/>
                <a:cs typeface="Arial"/>
              </a:defRPr>
            </a:lvl4pPr>
            <a:lvl5pPr algn="l">
              <a:defRPr sz="1200" b="0">
                <a:solidFill>
                  <a:srgbClr val="756C78"/>
                </a:solidFill>
                <a:latin typeface="Arial"/>
                <a:ea typeface="Arial"/>
                <a:cs typeface="Arial"/>
              </a:defRPr>
            </a:lvl5pPr>
            <a:lvl6pPr algn="l">
              <a:defRPr sz="1200" b="0">
                <a:solidFill>
                  <a:srgbClr val="756C78"/>
                </a:solidFill>
                <a:latin typeface="Arial"/>
                <a:ea typeface="Arial"/>
                <a:cs typeface="Arial"/>
              </a:defRPr>
            </a:lvl6pPr>
            <a:lvl7pPr algn="l">
              <a:defRPr sz="1200" b="0">
                <a:solidFill>
                  <a:srgbClr val="756C78"/>
                </a:solidFill>
                <a:latin typeface="Arial"/>
                <a:ea typeface="Arial"/>
                <a:cs typeface="Arial"/>
              </a:defRPr>
            </a:lvl7pPr>
            <a:lvl8pPr algn="l">
              <a:defRPr sz="1200" b="0">
                <a:solidFill>
                  <a:srgbClr val="756C78"/>
                </a:solidFill>
                <a:latin typeface="Arial"/>
                <a:ea typeface="Arial"/>
                <a:cs typeface="Arial"/>
              </a:defRPr>
            </a:lvl8pPr>
            <a:lvl9pPr algn="l">
              <a:defRPr sz="1200" b="0">
                <a:solidFill>
                  <a:srgbClr val="756C78"/>
                </a:solidFill>
                <a:latin typeface="Arial"/>
                <a:ea typeface="Arial"/>
                <a:cs typeface="Arial"/>
              </a:defRPr>
            </a:lvl9pPr>
          </a:lstStyle>
          <a:p>
            <a:pPr algn="l">
              <a:defRPr sz="1200" b="0">
                <a:solidFill>
                  <a:srgbClr val="756C78"/>
                </a:solidFill>
                <a:latin typeface="Arial"/>
                <a:ea typeface="Arial"/>
                <a:cs typeface="Arial"/>
              </a:defRPr>
            </a:pPr>
            <a:r>
              <a:rPr sz="1200" b="0">
                <a:solidFill>
                  <a:srgbClr val="756C78"/>
                </a:solidFill>
                <a:latin typeface="Arial"/>
                <a:ea typeface="Arial"/>
                <a:cs typeface="Arial"/>
              </a:rPr>
              <a:t>14</a:t>
            </a:r>
          </a:p>
        </p:txBody>
      </p:sp>
      <p:sp>
        <p:nvSpPr>
          <p:cNvPr id="3" name="مستطيل 2">
            <a:extLst>
              <a:ext uri="{FF2B5EF4-FFF2-40B4-BE49-F238E27FC236}">
                <a16:creationId xmlns:a16="http://schemas.microsoft.com/office/drawing/2014/main" id="{81762D84-1375-4A4D-80C6-DE281B3BB3D6}"/>
              </a:ext>
            </a:extLst>
          </p:cNvPr>
          <p:cNvSpPr>
            <a:spLocks noGrp="1"/>
          </p:cNvSpPr>
          <p:nvPr/>
        </p:nvSpPr>
        <p:spPr>
          <a:xfrm>
            <a:off x="914400" y="1714500"/>
            <a:ext cx="4286250" cy="457200"/>
          </a:xfrm>
          <a:prstGeom prst="rect">
            <a:avLst/>
          </a:prstGeom>
          <a:noFill/>
          <a:ln w="0">
            <a:noFill/>
          </a:ln>
        </p:spPr>
        <p:txBody>
          <a:bodyPr lIns="0" tIns="0" rIns="0" bIns="0" anchor="ctr"/>
          <a:lstStyle>
            <a:defPPr algn="l">
              <a:defRPr sz="2175" b="1">
                <a:solidFill>
                  <a:srgbClr val="522D60"/>
                </a:solidFill>
                <a:latin typeface="Arial"/>
                <a:ea typeface="Arial"/>
                <a:cs typeface="Arial"/>
              </a:defRPr>
            </a:defPPr>
            <a:lvl1pPr algn="l">
              <a:defRPr sz="2175" b="1">
                <a:solidFill>
                  <a:srgbClr val="522D60"/>
                </a:solidFill>
                <a:latin typeface="Arial"/>
                <a:ea typeface="Arial"/>
                <a:cs typeface="Arial"/>
              </a:defRPr>
            </a:lvl1pPr>
            <a:lvl2pPr algn="l">
              <a:defRPr sz="2175" b="1">
                <a:solidFill>
                  <a:srgbClr val="522D60"/>
                </a:solidFill>
                <a:latin typeface="Arial"/>
                <a:ea typeface="Arial"/>
                <a:cs typeface="Arial"/>
              </a:defRPr>
            </a:lvl2pPr>
            <a:lvl3pPr algn="l">
              <a:defRPr sz="2175" b="1">
                <a:solidFill>
                  <a:srgbClr val="522D60"/>
                </a:solidFill>
                <a:latin typeface="Arial"/>
                <a:ea typeface="Arial"/>
                <a:cs typeface="Arial"/>
              </a:defRPr>
            </a:lvl3pPr>
            <a:lvl4pPr algn="l">
              <a:defRPr sz="2175" b="1">
                <a:solidFill>
                  <a:srgbClr val="522D60"/>
                </a:solidFill>
                <a:latin typeface="Arial"/>
                <a:ea typeface="Arial"/>
                <a:cs typeface="Arial"/>
              </a:defRPr>
            </a:lvl4pPr>
            <a:lvl5pPr algn="l">
              <a:defRPr sz="2175" b="1">
                <a:solidFill>
                  <a:srgbClr val="522D60"/>
                </a:solidFill>
                <a:latin typeface="Arial"/>
                <a:ea typeface="Arial"/>
                <a:cs typeface="Arial"/>
              </a:defRPr>
            </a:lvl5pPr>
            <a:lvl6pPr algn="l">
              <a:defRPr sz="2175" b="1">
                <a:solidFill>
                  <a:srgbClr val="522D60"/>
                </a:solidFill>
                <a:latin typeface="Arial"/>
                <a:ea typeface="Arial"/>
                <a:cs typeface="Arial"/>
              </a:defRPr>
            </a:lvl6pPr>
            <a:lvl7pPr algn="l">
              <a:defRPr sz="2175" b="1">
                <a:solidFill>
                  <a:srgbClr val="522D60"/>
                </a:solidFill>
                <a:latin typeface="Arial"/>
                <a:ea typeface="Arial"/>
                <a:cs typeface="Arial"/>
              </a:defRPr>
            </a:lvl7pPr>
            <a:lvl8pPr algn="l">
              <a:defRPr sz="2175" b="1">
                <a:solidFill>
                  <a:srgbClr val="522D60"/>
                </a:solidFill>
                <a:latin typeface="Arial"/>
                <a:ea typeface="Arial"/>
                <a:cs typeface="Arial"/>
              </a:defRPr>
            </a:lvl8pPr>
            <a:lvl9pPr algn="l">
              <a:defRPr sz="2175" b="1">
                <a:solidFill>
                  <a:srgbClr val="522D60"/>
                </a:solidFill>
                <a:latin typeface="Arial"/>
                <a:ea typeface="Arial"/>
                <a:cs typeface="Arial"/>
              </a:defRPr>
            </a:lvl9pPr>
          </a:lstStyle>
          <a:p>
            <a:pPr algn="l">
              <a:defRPr sz="2175" b="1">
                <a:solidFill>
                  <a:srgbClr val="522D60"/>
                </a:solidFill>
                <a:latin typeface="Arial"/>
                <a:ea typeface="Arial"/>
                <a:cs typeface="Arial"/>
              </a:defRPr>
            </a:pPr>
            <a:r>
              <a:rPr sz="2175" b="1">
                <a:solidFill>
                  <a:srgbClr val="522D60"/>
                </a:solidFill>
                <a:latin typeface="Arial"/>
                <a:ea typeface="Arial"/>
                <a:cs typeface="Arial"/>
              </a:rPr>
              <a:t>Streamlit</a:t>
            </a:r>
          </a:p>
        </p:txBody>
      </p:sp>
      <p:sp>
        <p:nvSpPr>
          <p:cNvPr id="4" name="مستطيل 3">
            <a:extLst>
              <a:ext uri="{FF2B5EF4-FFF2-40B4-BE49-F238E27FC236}">
                <a16:creationId xmlns:a16="http://schemas.microsoft.com/office/drawing/2014/main" id="{47AE8B36-695E-4173-A517-56A4AD527B57}"/>
              </a:ext>
            </a:extLst>
          </p:cNvPr>
          <p:cNvSpPr>
            <a:spLocks noGrp="1"/>
          </p:cNvSpPr>
          <p:nvPr/>
        </p:nvSpPr>
        <p:spPr>
          <a:xfrm>
            <a:off x="5715000" y="1714500"/>
            <a:ext cx="5619750" cy="714375"/>
          </a:xfrm>
          <a:prstGeom prst="rect">
            <a:avLst/>
          </a:prstGeom>
          <a:noFill/>
          <a:ln w="0">
            <a:noFill/>
          </a:ln>
        </p:spPr>
        <p:txBody>
          <a:bodyPr lIns="0" tIns="0" rIns="0" bIns="0" anchor="ctr"/>
          <a:lstStyle>
            <a:defPPr algn="l">
              <a:defRPr sz="1875" b="0">
                <a:solidFill>
                  <a:srgbClr val="756C78"/>
                </a:solidFill>
                <a:latin typeface="Arial"/>
                <a:ea typeface="Arial"/>
                <a:cs typeface="Arial"/>
              </a:defRPr>
            </a:defPPr>
            <a:lvl1pPr algn="l">
              <a:defRPr sz="1875" b="0">
                <a:solidFill>
                  <a:srgbClr val="756C78"/>
                </a:solidFill>
                <a:latin typeface="Arial"/>
                <a:ea typeface="Arial"/>
                <a:cs typeface="Arial"/>
              </a:defRPr>
            </a:lvl1pPr>
            <a:lvl2pPr algn="l">
              <a:defRPr sz="1875" b="0">
                <a:solidFill>
                  <a:srgbClr val="756C78"/>
                </a:solidFill>
                <a:latin typeface="Arial"/>
                <a:ea typeface="Arial"/>
                <a:cs typeface="Arial"/>
              </a:defRPr>
            </a:lvl2pPr>
            <a:lvl3pPr algn="l">
              <a:defRPr sz="1875" b="0">
                <a:solidFill>
                  <a:srgbClr val="756C78"/>
                </a:solidFill>
                <a:latin typeface="Arial"/>
                <a:ea typeface="Arial"/>
                <a:cs typeface="Arial"/>
              </a:defRPr>
            </a:lvl3pPr>
            <a:lvl4pPr algn="l">
              <a:defRPr sz="1875" b="0">
                <a:solidFill>
                  <a:srgbClr val="756C78"/>
                </a:solidFill>
                <a:latin typeface="Arial"/>
                <a:ea typeface="Arial"/>
                <a:cs typeface="Arial"/>
              </a:defRPr>
            </a:lvl4pPr>
            <a:lvl5pPr algn="l">
              <a:defRPr sz="1875" b="0">
                <a:solidFill>
                  <a:srgbClr val="756C78"/>
                </a:solidFill>
                <a:latin typeface="Arial"/>
                <a:ea typeface="Arial"/>
                <a:cs typeface="Arial"/>
              </a:defRPr>
            </a:lvl5pPr>
            <a:lvl6pPr algn="l">
              <a:defRPr sz="1875" b="0">
                <a:solidFill>
                  <a:srgbClr val="756C78"/>
                </a:solidFill>
                <a:latin typeface="Arial"/>
                <a:ea typeface="Arial"/>
                <a:cs typeface="Arial"/>
              </a:defRPr>
            </a:lvl6pPr>
            <a:lvl7pPr algn="l">
              <a:defRPr sz="1875" b="0">
                <a:solidFill>
                  <a:srgbClr val="756C78"/>
                </a:solidFill>
                <a:latin typeface="Arial"/>
                <a:ea typeface="Arial"/>
                <a:cs typeface="Arial"/>
              </a:defRPr>
            </a:lvl7pPr>
            <a:lvl8pPr algn="l">
              <a:defRPr sz="1875" b="0">
                <a:solidFill>
                  <a:srgbClr val="756C78"/>
                </a:solidFill>
                <a:latin typeface="Arial"/>
                <a:ea typeface="Arial"/>
                <a:cs typeface="Arial"/>
              </a:defRPr>
            </a:lvl8pPr>
            <a:lvl9pPr algn="l">
              <a:defRPr sz="1875" b="0">
                <a:solidFill>
                  <a:srgbClr val="756C78"/>
                </a:solidFill>
                <a:latin typeface="Arial"/>
                <a:ea typeface="Arial"/>
                <a:cs typeface="Arial"/>
              </a:defRPr>
            </a:lvl9pPr>
          </a:lstStyle>
          <a:p>
            <a:pPr algn="l">
              <a:defRPr sz="1875" b="0">
                <a:solidFill>
                  <a:srgbClr val="756C78"/>
                </a:solidFill>
                <a:latin typeface="Arial"/>
                <a:ea typeface="Arial"/>
                <a:cs typeface="Arial"/>
              </a:defRPr>
            </a:pPr>
            <a:r>
              <a:rPr sz="1875" b="0">
                <a:solidFill>
                  <a:srgbClr val="756C78"/>
                </a:solidFill>
                <a:latin typeface="Arial"/>
                <a:ea typeface="Arial"/>
                <a:cs typeface="Arial"/>
              </a:rPr>
              <a:t>Six pages for analysis, search, savings and data exploration</a:t>
            </a:r>
          </a:p>
        </p:txBody>
      </p:sp>
      <p:sp>
        <p:nvSpPr>
          <p:cNvPr id="5" name="مستطيل 4">
            <a:extLst>
              <a:ext uri="{FF2B5EF4-FFF2-40B4-BE49-F238E27FC236}">
                <a16:creationId xmlns:a16="http://schemas.microsoft.com/office/drawing/2014/main" id="{0BC2D7C8-2A32-41A8-955B-26606479FB7F}"/>
              </a:ext>
            </a:extLst>
          </p:cNvPr>
          <p:cNvSpPr>
            <a:spLocks noGrp="1"/>
          </p:cNvSpPr>
          <p:nvPr/>
        </p:nvSpPr>
        <p:spPr>
          <a:xfrm>
            <a:off x="914400" y="2667000"/>
            <a:ext cx="4286250" cy="457200"/>
          </a:xfrm>
          <a:prstGeom prst="rect">
            <a:avLst/>
          </a:prstGeom>
          <a:noFill/>
          <a:ln w="0">
            <a:noFill/>
          </a:ln>
        </p:spPr>
        <p:txBody>
          <a:bodyPr lIns="0" tIns="0" rIns="0" bIns="0" anchor="ctr"/>
          <a:lstStyle>
            <a:defPPr algn="l">
              <a:defRPr sz="2175" b="1">
                <a:solidFill>
                  <a:srgbClr val="522D60"/>
                </a:solidFill>
                <a:latin typeface="Arial"/>
                <a:ea typeface="Arial"/>
                <a:cs typeface="Arial"/>
              </a:defRPr>
            </a:defPPr>
            <a:lvl1pPr algn="l">
              <a:defRPr sz="2175" b="1">
                <a:solidFill>
                  <a:srgbClr val="522D60"/>
                </a:solidFill>
                <a:latin typeface="Arial"/>
                <a:ea typeface="Arial"/>
                <a:cs typeface="Arial"/>
              </a:defRPr>
            </a:lvl1pPr>
            <a:lvl2pPr algn="l">
              <a:defRPr sz="2175" b="1">
                <a:solidFill>
                  <a:srgbClr val="522D60"/>
                </a:solidFill>
                <a:latin typeface="Arial"/>
                <a:ea typeface="Arial"/>
                <a:cs typeface="Arial"/>
              </a:defRPr>
            </a:lvl2pPr>
            <a:lvl3pPr algn="l">
              <a:defRPr sz="2175" b="1">
                <a:solidFill>
                  <a:srgbClr val="522D60"/>
                </a:solidFill>
                <a:latin typeface="Arial"/>
                <a:ea typeface="Arial"/>
                <a:cs typeface="Arial"/>
              </a:defRPr>
            </a:lvl3pPr>
            <a:lvl4pPr algn="l">
              <a:defRPr sz="2175" b="1">
                <a:solidFill>
                  <a:srgbClr val="522D60"/>
                </a:solidFill>
                <a:latin typeface="Arial"/>
                <a:ea typeface="Arial"/>
                <a:cs typeface="Arial"/>
              </a:defRPr>
            </a:lvl4pPr>
            <a:lvl5pPr algn="l">
              <a:defRPr sz="2175" b="1">
                <a:solidFill>
                  <a:srgbClr val="522D60"/>
                </a:solidFill>
                <a:latin typeface="Arial"/>
                <a:ea typeface="Arial"/>
                <a:cs typeface="Arial"/>
              </a:defRPr>
            </a:lvl5pPr>
            <a:lvl6pPr algn="l">
              <a:defRPr sz="2175" b="1">
                <a:solidFill>
                  <a:srgbClr val="522D60"/>
                </a:solidFill>
                <a:latin typeface="Arial"/>
                <a:ea typeface="Arial"/>
                <a:cs typeface="Arial"/>
              </a:defRPr>
            </a:lvl6pPr>
            <a:lvl7pPr algn="l">
              <a:defRPr sz="2175" b="1">
                <a:solidFill>
                  <a:srgbClr val="522D60"/>
                </a:solidFill>
                <a:latin typeface="Arial"/>
                <a:ea typeface="Arial"/>
                <a:cs typeface="Arial"/>
              </a:defRPr>
            </a:lvl7pPr>
            <a:lvl8pPr algn="l">
              <a:defRPr sz="2175" b="1">
                <a:solidFill>
                  <a:srgbClr val="522D60"/>
                </a:solidFill>
                <a:latin typeface="Arial"/>
                <a:ea typeface="Arial"/>
                <a:cs typeface="Arial"/>
              </a:defRPr>
            </a:lvl8pPr>
            <a:lvl9pPr algn="l">
              <a:defRPr sz="2175" b="1">
                <a:solidFill>
                  <a:srgbClr val="522D60"/>
                </a:solidFill>
                <a:latin typeface="Arial"/>
                <a:ea typeface="Arial"/>
                <a:cs typeface="Arial"/>
              </a:defRPr>
            </a:lvl9pPr>
          </a:lstStyle>
          <a:p>
            <a:pPr algn="l">
              <a:defRPr sz="2175" b="1">
                <a:solidFill>
                  <a:srgbClr val="522D60"/>
                </a:solidFill>
                <a:latin typeface="Arial"/>
                <a:ea typeface="Arial"/>
                <a:cs typeface="Arial"/>
              </a:defRPr>
            </a:pPr>
            <a:r>
              <a:rPr sz="2175" b="1">
                <a:solidFill>
                  <a:srgbClr val="522D60"/>
                </a:solidFill>
                <a:latin typeface="Arial"/>
                <a:ea typeface="Arial"/>
                <a:cs typeface="Arial"/>
              </a:rPr>
              <a:t>Flask</a:t>
            </a:r>
          </a:p>
        </p:txBody>
      </p:sp>
      <p:sp>
        <p:nvSpPr>
          <p:cNvPr id="6" name="مستطيل 5">
            <a:extLst>
              <a:ext uri="{FF2B5EF4-FFF2-40B4-BE49-F238E27FC236}">
                <a16:creationId xmlns:a16="http://schemas.microsoft.com/office/drawing/2014/main" id="{0B35E558-FA84-4630-8962-083AE16F36A8}"/>
              </a:ext>
            </a:extLst>
          </p:cNvPr>
          <p:cNvSpPr>
            <a:spLocks noGrp="1"/>
          </p:cNvSpPr>
          <p:nvPr/>
        </p:nvSpPr>
        <p:spPr>
          <a:xfrm>
            <a:off x="5715000" y="2667000"/>
            <a:ext cx="5619750" cy="714375"/>
          </a:xfrm>
          <a:prstGeom prst="rect">
            <a:avLst/>
          </a:prstGeom>
          <a:noFill/>
          <a:ln w="0">
            <a:noFill/>
          </a:ln>
        </p:spPr>
        <p:txBody>
          <a:bodyPr lIns="0" tIns="0" rIns="0" bIns="0" anchor="ctr"/>
          <a:lstStyle>
            <a:defPPr algn="l">
              <a:defRPr sz="1875" b="0">
                <a:solidFill>
                  <a:srgbClr val="756C78"/>
                </a:solidFill>
                <a:latin typeface="Arial"/>
                <a:ea typeface="Arial"/>
                <a:cs typeface="Arial"/>
              </a:defRPr>
            </a:defPPr>
            <a:lvl1pPr algn="l">
              <a:defRPr sz="1875" b="0">
                <a:solidFill>
                  <a:srgbClr val="756C78"/>
                </a:solidFill>
                <a:latin typeface="Arial"/>
                <a:ea typeface="Arial"/>
                <a:cs typeface="Arial"/>
              </a:defRPr>
            </a:lvl1pPr>
            <a:lvl2pPr algn="l">
              <a:defRPr sz="1875" b="0">
                <a:solidFill>
                  <a:srgbClr val="756C78"/>
                </a:solidFill>
                <a:latin typeface="Arial"/>
                <a:ea typeface="Arial"/>
                <a:cs typeface="Arial"/>
              </a:defRPr>
            </a:lvl2pPr>
            <a:lvl3pPr algn="l">
              <a:defRPr sz="1875" b="0">
                <a:solidFill>
                  <a:srgbClr val="756C78"/>
                </a:solidFill>
                <a:latin typeface="Arial"/>
                <a:ea typeface="Arial"/>
                <a:cs typeface="Arial"/>
              </a:defRPr>
            </a:lvl3pPr>
            <a:lvl4pPr algn="l">
              <a:defRPr sz="1875" b="0">
                <a:solidFill>
                  <a:srgbClr val="756C78"/>
                </a:solidFill>
                <a:latin typeface="Arial"/>
                <a:ea typeface="Arial"/>
                <a:cs typeface="Arial"/>
              </a:defRPr>
            </a:lvl4pPr>
            <a:lvl5pPr algn="l">
              <a:defRPr sz="1875" b="0">
                <a:solidFill>
                  <a:srgbClr val="756C78"/>
                </a:solidFill>
                <a:latin typeface="Arial"/>
                <a:ea typeface="Arial"/>
                <a:cs typeface="Arial"/>
              </a:defRPr>
            </a:lvl5pPr>
            <a:lvl6pPr algn="l">
              <a:defRPr sz="1875" b="0">
                <a:solidFill>
                  <a:srgbClr val="756C78"/>
                </a:solidFill>
                <a:latin typeface="Arial"/>
                <a:ea typeface="Arial"/>
                <a:cs typeface="Arial"/>
              </a:defRPr>
            </a:lvl6pPr>
            <a:lvl7pPr algn="l">
              <a:defRPr sz="1875" b="0">
                <a:solidFill>
                  <a:srgbClr val="756C78"/>
                </a:solidFill>
                <a:latin typeface="Arial"/>
                <a:ea typeface="Arial"/>
                <a:cs typeface="Arial"/>
              </a:defRPr>
            </a:lvl7pPr>
            <a:lvl8pPr algn="l">
              <a:defRPr sz="1875" b="0">
                <a:solidFill>
                  <a:srgbClr val="756C78"/>
                </a:solidFill>
                <a:latin typeface="Arial"/>
                <a:ea typeface="Arial"/>
                <a:cs typeface="Arial"/>
              </a:defRPr>
            </a:lvl8pPr>
            <a:lvl9pPr algn="l">
              <a:defRPr sz="1875" b="0">
                <a:solidFill>
                  <a:srgbClr val="756C78"/>
                </a:solidFill>
                <a:latin typeface="Arial"/>
                <a:ea typeface="Arial"/>
                <a:cs typeface="Arial"/>
              </a:defRPr>
            </a:lvl9pPr>
          </a:lstStyle>
          <a:p>
            <a:pPr algn="l">
              <a:defRPr sz="1875" b="0">
                <a:solidFill>
                  <a:srgbClr val="756C78"/>
                </a:solidFill>
                <a:latin typeface="Arial"/>
                <a:ea typeface="Arial"/>
                <a:cs typeface="Arial"/>
              </a:defRPr>
            </a:pPr>
            <a:r>
              <a:rPr sz="1875" b="0">
                <a:solidFill>
                  <a:srgbClr val="756C78"/>
                </a:solidFill>
                <a:latin typeface="Arial"/>
                <a:ea typeface="Arial"/>
                <a:cs typeface="Arial"/>
              </a:rPr>
              <a:t>Web interface and API for search, alternatives and comparisons</a:t>
            </a:r>
          </a:p>
        </p:txBody>
      </p:sp>
      <p:sp>
        <p:nvSpPr>
          <p:cNvPr id="7" name="مستطيل 6">
            <a:extLst>
              <a:ext uri="{FF2B5EF4-FFF2-40B4-BE49-F238E27FC236}">
                <a16:creationId xmlns:a16="http://schemas.microsoft.com/office/drawing/2014/main" id="{FD88F532-C698-4EF9-A1A8-D562CABF4F53}"/>
              </a:ext>
            </a:extLst>
          </p:cNvPr>
          <p:cNvSpPr>
            <a:spLocks noGrp="1"/>
          </p:cNvSpPr>
          <p:nvPr/>
        </p:nvSpPr>
        <p:spPr>
          <a:xfrm>
            <a:off x="914400" y="3619500"/>
            <a:ext cx="4286250" cy="457200"/>
          </a:xfrm>
          <a:prstGeom prst="rect">
            <a:avLst/>
          </a:prstGeom>
          <a:noFill/>
          <a:ln w="0">
            <a:noFill/>
          </a:ln>
        </p:spPr>
        <p:txBody>
          <a:bodyPr lIns="0" tIns="0" rIns="0" bIns="0" anchor="ctr"/>
          <a:lstStyle>
            <a:defPPr algn="l">
              <a:defRPr sz="2175" b="1">
                <a:solidFill>
                  <a:srgbClr val="522D60"/>
                </a:solidFill>
                <a:latin typeface="Arial"/>
                <a:ea typeface="Arial"/>
                <a:cs typeface="Arial"/>
              </a:defRPr>
            </a:defPPr>
            <a:lvl1pPr algn="l">
              <a:defRPr sz="2175" b="1">
                <a:solidFill>
                  <a:srgbClr val="522D60"/>
                </a:solidFill>
                <a:latin typeface="Arial"/>
                <a:ea typeface="Arial"/>
                <a:cs typeface="Arial"/>
              </a:defRPr>
            </a:lvl1pPr>
            <a:lvl2pPr algn="l">
              <a:defRPr sz="2175" b="1">
                <a:solidFill>
                  <a:srgbClr val="522D60"/>
                </a:solidFill>
                <a:latin typeface="Arial"/>
                <a:ea typeface="Arial"/>
                <a:cs typeface="Arial"/>
              </a:defRPr>
            </a:lvl2pPr>
            <a:lvl3pPr algn="l">
              <a:defRPr sz="2175" b="1">
                <a:solidFill>
                  <a:srgbClr val="522D60"/>
                </a:solidFill>
                <a:latin typeface="Arial"/>
                <a:ea typeface="Arial"/>
                <a:cs typeface="Arial"/>
              </a:defRPr>
            </a:lvl3pPr>
            <a:lvl4pPr algn="l">
              <a:defRPr sz="2175" b="1">
                <a:solidFill>
                  <a:srgbClr val="522D60"/>
                </a:solidFill>
                <a:latin typeface="Arial"/>
                <a:ea typeface="Arial"/>
                <a:cs typeface="Arial"/>
              </a:defRPr>
            </a:lvl4pPr>
            <a:lvl5pPr algn="l">
              <a:defRPr sz="2175" b="1">
                <a:solidFill>
                  <a:srgbClr val="522D60"/>
                </a:solidFill>
                <a:latin typeface="Arial"/>
                <a:ea typeface="Arial"/>
                <a:cs typeface="Arial"/>
              </a:defRPr>
            </a:lvl5pPr>
            <a:lvl6pPr algn="l">
              <a:defRPr sz="2175" b="1">
                <a:solidFill>
                  <a:srgbClr val="522D60"/>
                </a:solidFill>
                <a:latin typeface="Arial"/>
                <a:ea typeface="Arial"/>
                <a:cs typeface="Arial"/>
              </a:defRPr>
            </a:lvl6pPr>
            <a:lvl7pPr algn="l">
              <a:defRPr sz="2175" b="1">
                <a:solidFill>
                  <a:srgbClr val="522D60"/>
                </a:solidFill>
                <a:latin typeface="Arial"/>
                <a:ea typeface="Arial"/>
                <a:cs typeface="Arial"/>
              </a:defRPr>
            </a:lvl7pPr>
            <a:lvl8pPr algn="l">
              <a:defRPr sz="2175" b="1">
                <a:solidFill>
                  <a:srgbClr val="522D60"/>
                </a:solidFill>
                <a:latin typeface="Arial"/>
                <a:ea typeface="Arial"/>
                <a:cs typeface="Arial"/>
              </a:defRPr>
            </a:lvl8pPr>
            <a:lvl9pPr algn="l">
              <a:defRPr sz="2175" b="1">
                <a:solidFill>
                  <a:srgbClr val="522D60"/>
                </a:solidFill>
                <a:latin typeface="Arial"/>
                <a:ea typeface="Arial"/>
                <a:cs typeface="Arial"/>
              </a:defRPr>
            </a:lvl9pPr>
          </a:lstStyle>
          <a:p>
            <a:pPr algn="l">
              <a:defRPr sz="2175" b="1">
                <a:solidFill>
                  <a:srgbClr val="522D60"/>
                </a:solidFill>
                <a:latin typeface="Arial"/>
                <a:ea typeface="Arial"/>
                <a:cs typeface="Arial"/>
              </a:defRPr>
            </a:pPr>
            <a:r>
              <a:rPr sz="2175" b="1">
                <a:solidFill>
                  <a:srgbClr val="522D60"/>
                </a:solidFill>
                <a:latin typeface="Arial"/>
                <a:ea typeface="Arial"/>
                <a:cs typeface="Arial"/>
              </a:rPr>
              <a:t>HTML Portal</a:t>
            </a:r>
          </a:p>
        </p:txBody>
      </p:sp>
      <p:sp>
        <p:nvSpPr>
          <p:cNvPr id="8" name="مستطيل 7">
            <a:extLst>
              <a:ext uri="{FF2B5EF4-FFF2-40B4-BE49-F238E27FC236}">
                <a16:creationId xmlns:a16="http://schemas.microsoft.com/office/drawing/2014/main" id="{7023F1E1-EEA5-4783-AB4B-6487AB684410}"/>
              </a:ext>
            </a:extLst>
          </p:cNvPr>
          <p:cNvSpPr>
            <a:spLocks noGrp="1"/>
          </p:cNvSpPr>
          <p:nvPr/>
        </p:nvSpPr>
        <p:spPr>
          <a:xfrm>
            <a:off x="5715000" y="3619500"/>
            <a:ext cx="5619750" cy="714375"/>
          </a:xfrm>
          <a:prstGeom prst="rect">
            <a:avLst/>
          </a:prstGeom>
          <a:noFill/>
          <a:ln w="0">
            <a:noFill/>
          </a:ln>
        </p:spPr>
        <p:txBody>
          <a:bodyPr lIns="0" tIns="0" rIns="0" bIns="0" anchor="ctr"/>
          <a:lstStyle>
            <a:defPPr algn="l">
              <a:defRPr sz="1875" b="0">
                <a:solidFill>
                  <a:srgbClr val="756C78"/>
                </a:solidFill>
                <a:latin typeface="Arial"/>
                <a:ea typeface="Arial"/>
                <a:cs typeface="Arial"/>
              </a:defRPr>
            </a:defPPr>
            <a:lvl1pPr algn="l">
              <a:defRPr sz="1875" b="0">
                <a:solidFill>
                  <a:srgbClr val="756C78"/>
                </a:solidFill>
                <a:latin typeface="Arial"/>
                <a:ea typeface="Arial"/>
                <a:cs typeface="Arial"/>
              </a:defRPr>
            </a:lvl1pPr>
            <a:lvl2pPr algn="l">
              <a:defRPr sz="1875" b="0">
                <a:solidFill>
                  <a:srgbClr val="756C78"/>
                </a:solidFill>
                <a:latin typeface="Arial"/>
                <a:ea typeface="Arial"/>
                <a:cs typeface="Arial"/>
              </a:defRPr>
            </a:lvl2pPr>
            <a:lvl3pPr algn="l">
              <a:defRPr sz="1875" b="0">
                <a:solidFill>
                  <a:srgbClr val="756C78"/>
                </a:solidFill>
                <a:latin typeface="Arial"/>
                <a:ea typeface="Arial"/>
                <a:cs typeface="Arial"/>
              </a:defRPr>
            </a:lvl3pPr>
            <a:lvl4pPr algn="l">
              <a:defRPr sz="1875" b="0">
                <a:solidFill>
                  <a:srgbClr val="756C78"/>
                </a:solidFill>
                <a:latin typeface="Arial"/>
                <a:ea typeface="Arial"/>
                <a:cs typeface="Arial"/>
              </a:defRPr>
            </a:lvl4pPr>
            <a:lvl5pPr algn="l">
              <a:defRPr sz="1875" b="0">
                <a:solidFill>
                  <a:srgbClr val="756C78"/>
                </a:solidFill>
                <a:latin typeface="Arial"/>
                <a:ea typeface="Arial"/>
                <a:cs typeface="Arial"/>
              </a:defRPr>
            </a:lvl5pPr>
            <a:lvl6pPr algn="l">
              <a:defRPr sz="1875" b="0">
                <a:solidFill>
                  <a:srgbClr val="756C78"/>
                </a:solidFill>
                <a:latin typeface="Arial"/>
                <a:ea typeface="Arial"/>
                <a:cs typeface="Arial"/>
              </a:defRPr>
            </a:lvl6pPr>
            <a:lvl7pPr algn="l">
              <a:defRPr sz="1875" b="0">
                <a:solidFill>
                  <a:srgbClr val="756C78"/>
                </a:solidFill>
                <a:latin typeface="Arial"/>
                <a:ea typeface="Arial"/>
                <a:cs typeface="Arial"/>
              </a:defRPr>
            </a:lvl7pPr>
            <a:lvl8pPr algn="l">
              <a:defRPr sz="1875" b="0">
                <a:solidFill>
                  <a:srgbClr val="756C78"/>
                </a:solidFill>
                <a:latin typeface="Arial"/>
                <a:ea typeface="Arial"/>
                <a:cs typeface="Arial"/>
              </a:defRPr>
            </a:lvl8pPr>
            <a:lvl9pPr algn="l">
              <a:defRPr sz="1875" b="0">
                <a:solidFill>
                  <a:srgbClr val="756C78"/>
                </a:solidFill>
                <a:latin typeface="Arial"/>
                <a:ea typeface="Arial"/>
                <a:cs typeface="Arial"/>
              </a:defRPr>
            </a:lvl9pPr>
          </a:lstStyle>
          <a:p>
            <a:pPr algn="l">
              <a:defRPr sz="1875" b="0">
                <a:solidFill>
                  <a:srgbClr val="756C78"/>
                </a:solidFill>
                <a:latin typeface="Arial"/>
                <a:ea typeface="Arial"/>
                <a:cs typeface="Arial"/>
              </a:defRPr>
            </a:pPr>
            <a:r>
              <a:rPr sz="1875" b="0">
                <a:solidFill>
                  <a:srgbClr val="756C78"/>
                </a:solidFill>
                <a:latin typeface="Arial"/>
                <a:ea typeface="Arial"/>
                <a:cs typeface="Arial"/>
              </a:rPr>
              <a:t>Bilingual project overview with links to reports</a:t>
            </a:r>
          </a:p>
        </p:txBody>
      </p:sp>
      <p:sp>
        <p:nvSpPr>
          <p:cNvPr id="9" name="مستطيل 8">
            <a:extLst>
              <a:ext uri="{FF2B5EF4-FFF2-40B4-BE49-F238E27FC236}">
                <a16:creationId xmlns:a16="http://schemas.microsoft.com/office/drawing/2014/main" id="{43F783C6-5DEB-4E76-BEA1-B459E9C94E8C}"/>
              </a:ext>
            </a:extLst>
          </p:cNvPr>
          <p:cNvSpPr>
            <a:spLocks noGrp="1"/>
          </p:cNvSpPr>
          <p:nvPr/>
        </p:nvSpPr>
        <p:spPr>
          <a:xfrm>
            <a:off x="914400" y="4572000"/>
            <a:ext cx="4286250" cy="457200"/>
          </a:xfrm>
          <a:prstGeom prst="rect">
            <a:avLst/>
          </a:prstGeom>
          <a:noFill/>
          <a:ln w="0">
            <a:noFill/>
          </a:ln>
        </p:spPr>
        <p:txBody>
          <a:bodyPr lIns="0" tIns="0" rIns="0" bIns="0" anchor="ctr"/>
          <a:lstStyle>
            <a:defPPr algn="l">
              <a:defRPr sz="2175" b="1">
                <a:solidFill>
                  <a:srgbClr val="522D60"/>
                </a:solidFill>
                <a:latin typeface="Arial"/>
                <a:ea typeface="Arial"/>
                <a:cs typeface="Arial"/>
              </a:defRPr>
            </a:defPPr>
            <a:lvl1pPr algn="l">
              <a:defRPr sz="2175" b="1">
                <a:solidFill>
                  <a:srgbClr val="522D60"/>
                </a:solidFill>
                <a:latin typeface="Arial"/>
                <a:ea typeface="Arial"/>
                <a:cs typeface="Arial"/>
              </a:defRPr>
            </a:lvl1pPr>
            <a:lvl2pPr algn="l">
              <a:defRPr sz="2175" b="1">
                <a:solidFill>
                  <a:srgbClr val="522D60"/>
                </a:solidFill>
                <a:latin typeface="Arial"/>
                <a:ea typeface="Arial"/>
                <a:cs typeface="Arial"/>
              </a:defRPr>
            </a:lvl2pPr>
            <a:lvl3pPr algn="l">
              <a:defRPr sz="2175" b="1">
                <a:solidFill>
                  <a:srgbClr val="522D60"/>
                </a:solidFill>
                <a:latin typeface="Arial"/>
                <a:ea typeface="Arial"/>
                <a:cs typeface="Arial"/>
              </a:defRPr>
            </a:lvl3pPr>
            <a:lvl4pPr algn="l">
              <a:defRPr sz="2175" b="1">
                <a:solidFill>
                  <a:srgbClr val="522D60"/>
                </a:solidFill>
                <a:latin typeface="Arial"/>
                <a:ea typeface="Arial"/>
                <a:cs typeface="Arial"/>
              </a:defRPr>
            </a:lvl4pPr>
            <a:lvl5pPr algn="l">
              <a:defRPr sz="2175" b="1">
                <a:solidFill>
                  <a:srgbClr val="522D60"/>
                </a:solidFill>
                <a:latin typeface="Arial"/>
                <a:ea typeface="Arial"/>
                <a:cs typeface="Arial"/>
              </a:defRPr>
            </a:lvl5pPr>
            <a:lvl6pPr algn="l">
              <a:defRPr sz="2175" b="1">
                <a:solidFill>
                  <a:srgbClr val="522D60"/>
                </a:solidFill>
                <a:latin typeface="Arial"/>
                <a:ea typeface="Arial"/>
                <a:cs typeface="Arial"/>
              </a:defRPr>
            </a:lvl6pPr>
            <a:lvl7pPr algn="l">
              <a:defRPr sz="2175" b="1">
                <a:solidFill>
                  <a:srgbClr val="522D60"/>
                </a:solidFill>
                <a:latin typeface="Arial"/>
                <a:ea typeface="Arial"/>
                <a:cs typeface="Arial"/>
              </a:defRPr>
            </a:lvl7pPr>
            <a:lvl8pPr algn="l">
              <a:defRPr sz="2175" b="1">
                <a:solidFill>
                  <a:srgbClr val="522D60"/>
                </a:solidFill>
                <a:latin typeface="Arial"/>
                <a:ea typeface="Arial"/>
                <a:cs typeface="Arial"/>
              </a:defRPr>
            </a:lvl8pPr>
            <a:lvl9pPr algn="l">
              <a:defRPr sz="2175" b="1">
                <a:solidFill>
                  <a:srgbClr val="522D60"/>
                </a:solidFill>
                <a:latin typeface="Arial"/>
                <a:ea typeface="Arial"/>
                <a:cs typeface="Arial"/>
              </a:defRPr>
            </a:lvl9pPr>
          </a:lstStyle>
          <a:p>
            <a:pPr algn="l">
              <a:defRPr sz="2175" b="1">
                <a:solidFill>
                  <a:srgbClr val="522D60"/>
                </a:solidFill>
                <a:latin typeface="Arial"/>
                <a:ea typeface="Arial"/>
                <a:cs typeface="Arial"/>
              </a:defRPr>
            </a:pPr>
            <a:r>
              <a:rPr sz="2175" b="1">
                <a:solidFill>
                  <a:srgbClr val="522D60"/>
                </a:solidFill>
                <a:latin typeface="Arial"/>
                <a:ea typeface="Arial"/>
                <a:cs typeface="Arial"/>
              </a:rPr>
              <a:t>Runtime data</a:t>
            </a:r>
          </a:p>
        </p:txBody>
      </p:sp>
      <p:sp>
        <p:nvSpPr>
          <p:cNvPr id="10" name="مستطيل 9">
            <a:extLst>
              <a:ext uri="{FF2B5EF4-FFF2-40B4-BE49-F238E27FC236}">
                <a16:creationId xmlns:a16="http://schemas.microsoft.com/office/drawing/2014/main" id="{801AF694-013D-40AF-9E11-A876E698DC16}"/>
              </a:ext>
            </a:extLst>
          </p:cNvPr>
          <p:cNvSpPr>
            <a:spLocks noGrp="1"/>
          </p:cNvSpPr>
          <p:nvPr/>
        </p:nvSpPr>
        <p:spPr>
          <a:xfrm>
            <a:off x="5715000" y="4572000"/>
            <a:ext cx="5619750" cy="714375"/>
          </a:xfrm>
          <a:prstGeom prst="rect">
            <a:avLst/>
          </a:prstGeom>
          <a:noFill/>
          <a:ln w="0">
            <a:noFill/>
          </a:ln>
        </p:spPr>
        <p:txBody>
          <a:bodyPr lIns="0" tIns="0" rIns="0" bIns="0" anchor="ctr"/>
          <a:lstStyle>
            <a:defPPr algn="l">
              <a:defRPr sz="1875" b="0">
                <a:solidFill>
                  <a:srgbClr val="756C78"/>
                </a:solidFill>
                <a:latin typeface="Arial"/>
                <a:ea typeface="Arial"/>
                <a:cs typeface="Arial"/>
              </a:defRPr>
            </a:defPPr>
            <a:lvl1pPr algn="l">
              <a:defRPr sz="1875" b="0">
                <a:solidFill>
                  <a:srgbClr val="756C78"/>
                </a:solidFill>
                <a:latin typeface="Arial"/>
                <a:ea typeface="Arial"/>
                <a:cs typeface="Arial"/>
              </a:defRPr>
            </a:lvl1pPr>
            <a:lvl2pPr algn="l">
              <a:defRPr sz="1875" b="0">
                <a:solidFill>
                  <a:srgbClr val="756C78"/>
                </a:solidFill>
                <a:latin typeface="Arial"/>
                <a:ea typeface="Arial"/>
                <a:cs typeface="Arial"/>
              </a:defRPr>
            </a:lvl2pPr>
            <a:lvl3pPr algn="l">
              <a:defRPr sz="1875" b="0">
                <a:solidFill>
                  <a:srgbClr val="756C78"/>
                </a:solidFill>
                <a:latin typeface="Arial"/>
                <a:ea typeface="Arial"/>
                <a:cs typeface="Arial"/>
              </a:defRPr>
            </a:lvl3pPr>
            <a:lvl4pPr algn="l">
              <a:defRPr sz="1875" b="0">
                <a:solidFill>
                  <a:srgbClr val="756C78"/>
                </a:solidFill>
                <a:latin typeface="Arial"/>
                <a:ea typeface="Arial"/>
                <a:cs typeface="Arial"/>
              </a:defRPr>
            </a:lvl4pPr>
            <a:lvl5pPr algn="l">
              <a:defRPr sz="1875" b="0">
                <a:solidFill>
                  <a:srgbClr val="756C78"/>
                </a:solidFill>
                <a:latin typeface="Arial"/>
                <a:ea typeface="Arial"/>
                <a:cs typeface="Arial"/>
              </a:defRPr>
            </a:lvl5pPr>
            <a:lvl6pPr algn="l">
              <a:defRPr sz="1875" b="0">
                <a:solidFill>
                  <a:srgbClr val="756C78"/>
                </a:solidFill>
                <a:latin typeface="Arial"/>
                <a:ea typeface="Arial"/>
                <a:cs typeface="Arial"/>
              </a:defRPr>
            </a:lvl6pPr>
            <a:lvl7pPr algn="l">
              <a:defRPr sz="1875" b="0">
                <a:solidFill>
                  <a:srgbClr val="756C78"/>
                </a:solidFill>
                <a:latin typeface="Arial"/>
                <a:ea typeface="Arial"/>
                <a:cs typeface="Arial"/>
              </a:defRPr>
            </a:lvl7pPr>
            <a:lvl8pPr algn="l">
              <a:defRPr sz="1875" b="0">
                <a:solidFill>
                  <a:srgbClr val="756C78"/>
                </a:solidFill>
                <a:latin typeface="Arial"/>
                <a:ea typeface="Arial"/>
                <a:cs typeface="Arial"/>
              </a:defRPr>
            </a:lvl8pPr>
            <a:lvl9pPr algn="l">
              <a:defRPr sz="1875" b="0">
                <a:solidFill>
                  <a:srgbClr val="756C78"/>
                </a:solidFill>
                <a:latin typeface="Arial"/>
                <a:ea typeface="Arial"/>
                <a:cs typeface="Arial"/>
              </a:defRPr>
            </a:lvl9pPr>
          </a:lstStyle>
          <a:p>
            <a:pPr algn="l">
              <a:defRPr sz="1875" b="0">
                <a:solidFill>
                  <a:srgbClr val="756C78"/>
                </a:solidFill>
                <a:latin typeface="Arial"/>
                <a:ea typeface="Arial"/>
                <a:cs typeface="Arial"/>
              </a:defRPr>
            </a:pPr>
            <a:r>
              <a:rPr sz="1875" b="0">
                <a:solidFill>
                  <a:srgbClr val="756C78"/>
                </a:solidFill>
                <a:latin typeface="Arial"/>
                <a:ea typeface="Arial"/>
                <a:cs typeface="Arial"/>
              </a:rPr>
              <a:t>SQLite database and prepared analysis CSV files</a:t>
            </a:r>
          </a:p>
        </p:txBody>
      </p:sp>
    </p:spTree>
    <p:extLst>
      <p:ext uri="{BB962C8B-B14F-4D97-AF65-F5344CB8AC3E}">
        <p14:creationId xmlns:p14="http://schemas.microsoft.com/office/powerpoint/2010/main" val="6785133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11" name="مستطيل 10">
            <a:extLst>
              <a:ext uri="{FF2B5EF4-FFF2-40B4-BE49-F238E27FC236}">
                <a16:creationId xmlns:a16="http://schemas.microsoft.com/office/drawing/2014/main" id="{3EDDFCC1-328B-4660-A259-4F34698B7065}"/>
              </a:ext>
            </a:extLst>
          </p:cNvPr>
          <p:cNvSpPr>
            <a:spLocks noGrp="1"/>
          </p:cNvSpPr>
          <p:nvPr/>
        </p:nvSpPr>
        <p:spPr>
          <a:xfrm>
            <a:off x="685800" y="457200"/>
            <a:ext cx="10820400" cy="742950"/>
          </a:xfrm>
          <a:prstGeom prst="rect">
            <a:avLst/>
          </a:prstGeom>
          <a:noFill/>
          <a:ln w="0">
            <a:noFill/>
          </a:ln>
        </p:spPr>
        <p:txBody>
          <a:bodyPr lIns="0" tIns="0" rIns="0" bIns="0" anchor="ctr"/>
          <a:lstStyle>
            <a:defPPr algn="l">
              <a:defRPr sz="3300" b="1">
                <a:solidFill>
                  <a:srgbClr val="26182E"/>
                </a:solidFill>
                <a:latin typeface="Arial"/>
                <a:ea typeface="Arial"/>
                <a:cs typeface="Arial"/>
              </a:defRPr>
            </a:defPPr>
            <a:lvl1pPr algn="l">
              <a:defRPr sz="3300" b="1">
                <a:solidFill>
                  <a:srgbClr val="26182E"/>
                </a:solidFill>
                <a:latin typeface="Arial"/>
                <a:ea typeface="Arial"/>
                <a:cs typeface="Arial"/>
              </a:defRPr>
            </a:lvl1pPr>
            <a:lvl2pPr algn="l">
              <a:defRPr sz="3300" b="1">
                <a:solidFill>
                  <a:srgbClr val="26182E"/>
                </a:solidFill>
                <a:latin typeface="Arial"/>
                <a:ea typeface="Arial"/>
                <a:cs typeface="Arial"/>
              </a:defRPr>
            </a:lvl2pPr>
            <a:lvl3pPr algn="l">
              <a:defRPr sz="3300" b="1">
                <a:solidFill>
                  <a:srgbClr val="26182E"/>
                </a:solidFill>
                <a:latin typeface="Arial"/>
                <a:ea typeface="Arial"/>
                <a:cs typeface="Arial"/>
              </a:defRPr>
            </a:lvl3pPr>
            <a:lvl4pPr algn="l">
              <a:defRPr sz="3300" b="1">
                <a:solidFill>
                  <a:srgbClr val="26182E"/>
                </a:solidFill>
                <a:latin typeface="Arial"/>
                <a:ea typeface="Arial"/>
                <a:cs typeface="Arial"/>
              </a:defRPr>
            </a:lvl4pPr>
            <a:lvl5pPr algn="l">
              <a:defRPr sz="3300" b="1">
                <a:solidFill>
                  <a:srgbClr val="26182E"/>
                </a:solidFill>
                <a:latin typeface="Arial"/>
                <a:ea typeface="Arial"/>
                <a:cs typeface="Arial"/>
              </a:defRPr>
            </a:lvl5pPr>
            <a:lvl6pPr algn="l">
              <a:defRPr sz="3300" b="1">
                <a:solidFill>
                  <a:srgbClr val="26182E"/>
                </a:solidFill>
                <a:latin typeface="Arial"/>
                <a:ea typeface="Arial"/>
                <a:cs typeface="Arial"/>
              </a:defRPr>
            </a:lvl6pPr>
            <a:lvl7pPr algn="l">
              <a:defRPr sz="3300" b="1">
                <a:solidFill>
                  <a:srgbClr val="26182E"/>
                </a:solidFill>
                <a:latin typeface="Arial"/>
                <a:ea typeface="Arial"/>
                <a:cs typeface="Arial"/>
              </a:defRPr>
            </a:lvl7pPr>
            <a:lvl8pPr algn="l">
              <a:defRPr sz="3300" b="1">
                <a:solidFill>
                  <a:srgbClr val="26182E"/>
                </a:solidFill>
                <a:latin typeface="Arial"/>
                <a:ea typeface="Arial"/>
                <a:cs typeface="Arial"/>
              </a:defRPr>
            </a:lvl8pPr>
            <a:lvl9pPr algn="l">
              <a:defRPr sz="3300" b="1">
                <a:solidFill>
                  <a:srgbClr val="26182E"/>
                </a:solidFill>
                <a:latin typeface="Arial"/>
                <a:ea typeface="Arial"/>
                <a:cs typeface="Arial"/>
              </a:defRPr>
            </a:lvl9pPr>
          </a:lstStyle>
          <a:p>
            <a:pPr algn="l">
              <a:defRPr sz="3300" b="1">
                <a:solidFill>
                  <a:srgbClr val="26182E"/>
                </a:solidFill>
                <a:latin typeface="Arial"/>
                <a:ea typeface="Arial"/>
                <a:cs typeface="Arial"/>
              </a:defRPr>
            </a:pPr>
            <a:r>
              <a:rPr sz="3300" b="1">
                <a:solidFill>
                  <a:srgbClr val="26182E"/>
                </a:solidFill>
                <a:latin typeface="Arial"/>
                <a:ea typeface="Arial"/>
                <a:cs typeface="Arial"/>
              </a:rPr>
              <a:t>Limitations and Proposed Improvements</a:t>
            </a:r>
          </a:p>
        </p:txBody>
      </p:sp>
      <p:sp>
        <p:nvSpPr>
          <p:cNvPr id="2" name="مستطيل 1">
            <a:extLst>
              <a:ext uri="{FF2B5EF4-FFF2-40B4-BE49-F238E27FC236}">
                <a16:creationId xmlns:a16="http://schemas.microsoft.com/office/drawing/2014/main" id="{512D154B-56DC-46C4-B337-E10DEF6DC35E}"/>
              </a:ext>
            </a:extLst>
          </p:cNvPr>
          <p:cNvSpPr>
            <a:spLocks noGrp="1"/>
          </p:cNvSpPr>
          <p:nvPr/>
        </p:nvSpPr>
        <p:spPr>
          <a:xfrm>
            <a:off x="685800" y="6324600"/>
            <a:ext cx="476250" cy="209550"/>
          </a:xfrm>
          <a:prstGeom prst="rect">
            <a:avLst/>
          </a:prstGeom>
          <a:noFill/>
          <a:ln w="0">
            <a:noFill/>
          </a:ln>
        </p:spPr>
        <p:txBody>
          <a:bodyPr lIns="0" tIns="0" rIns="0" bIns="0" anchor="ctr"/>
          <a:lstStyle>
            <a:defPPr algn="l">
              <a:defRPr sz="1200" b="0">
                <a:solidFill>
                  <a:srgbClr val="756C78"/>
                </a:solidFill>
                <a:latin typeface="Arial"/>
                <a:ea typeface="Arial"/>
                <a:cs typeface="Arial"/>
              </a:defRPr>
            </a:defPPr>
            <a:lvl1pPr algn="l">
              <a:defRPr sz="1200" b="0">
                <a:solidFill>
                  <a:srgbClr val="756C78"/>
                </a:solidFill>
                <a:latin typeface="Arial"/>
                <a:ea typeface="Arial"/>
                <a:cs typeface="Arial"/>
              </a:defRPr>
            </a:lvl1pPr>
            <a:lvl2pPr algn="l">
              <a:defRPr sz="1200" b="0">
                <a:solidFill>
                  <a:srgbClr val="756C78"/>
                </a:solidFill>
                <a:latin typeface="Arial"/>
                <a:ea typeface="Arial"/>
                <a:cs typeface="Arial"/>
              </a:defRPr>
            </a:lvl2pPr>
            <a:lvl3pPr algn="l">
              <a:defRPr sz="1200" b="0">
                <a:solidFill>
                  <a:srgbClr val="756C78"/>
                </a:solidFill>
                <a:latin typeface="Arial"/>
                <a:ea typeface="Arial"/>
                <a:cs typeface="Arial"/>
              </a:defRPr>
            </a:lvl3pPr>
            <a:lvl4pPr algn="l">
              <a:defRPr sz="1200" b="0">
                <a:solidFill>
                  <a:srgbClr val="756C78"/>
                </a:solidFill>
                <a:latin typeface="Arial"/>
                <a:ea typeface="Arial"/>
                <a:cs typeface="Arial"/>
              </a:defRPr>
            </a:lvl4pPr>
            <a:lvl5pPr algn="l">
              <a:defRPr sz="1200" b="0">
                <a:solidFill>
                  <a:srgbClr val="756C78"/>
                </a:solidFill>
                <a:latin typeface="Arial"/>
                <a:ea typeface="Arial"/>
                <a:cs typeface="Arial"/>
              </a:defRPr>
            </a:lvl5pPr>
            <a:lvl6pPr algn="l">
              <a:defRPr sz="1200" b="0">
                <a:solidFill>
                  <a:srgbClr val="756C78"/>
                </a:solidFill>
                <a:latin typeface="Arial"/>
                <a:ea typeface="Arial"/>
                <a:cs typeface="Arial"/>
              </a:defRPr>
            </a:lvl6pPr>
            <a:lvl7pPr algn="l">
              <a:defRPr sz="1200" b="0">
                <a:solidFill>
                  <a:srgbClr val="756C78"/>
                </a:solidFill>
                <a:latin typeface="Arial"/>
                <a:ea typeface="Arial"/>
                <a:cs typeface="Arial"/>
              </a:defRPr>
            </a:lvl7pPr>
            <a:lvl8pPr algn="l">
              <a:defRPr sz="1200" b="0">
                <a:solidFill>
                  <a:srgbClr val="756C78"/>
                </a:solidFill>
                <a:latin typeface="Arial"/>
                <a:ea typeface="Arial"/>
                <a:cs typeface="Arial"/>
              </a:defRPr>
            </a:lvl8pPr>
            <a:lvl9pPr algn="l">
              <a:defRPr sz="1200" b="0">
                <a:solidFill>
                  <a:srgbClr val="756C78"/>
                </a:solidFill>
                <a:latin typeface="Arial"/>
                <a:ea typeface="Arial"/>
                <a:cs typeface="Arial"/>
              </a:defRPr>
            </a:lvl9pPr>
          </a:lstStyle>
          <a:p>
            <a:pPr algn="l">
              <a:defRPr sz="1200" b="0">
                <a:solidFill>
                  <a:srgbClr val="756C78"/>
                </a:solidFill>
                <a:latin typeface="Arial"/>
                <a:ea typeface="Arial"/>
                <a:cs typeface="Arial"/>
              </a:defRPr>
            </a:pPr>
            <a:r>
              <a:rPr sz="1200" b="0">
                <a:solidFill>
                  <a:srgbClr val="756C78"/>
                </a:solidFill>
                <a:latin typeface="Arial"/>
                <a:ea typeface="Arial"/>
                <a:cs typeface="Arial"/>
              </a:rPr>
              <a:t>15</a:t>
            </a:r>
          </a:p>
        </p:txBody>
      </p:sp>
      <p:sp>
        <p:nvSpPr>
          <p:cNvPr id="3" name="مستطيل 2">
            <a:extLst>
              <a:ext uri="{FF2B5EF4-FFF2-40B4-BE49-F238E27FC236}">
                <a16:creationId xmlns:a16="http://schemas.microsoft.com/office/drawing/2014/main" id="{B3512CB3-7C79-453D-AAC1-D7486ED31C58}"/>
              </a:ext>
            </a:extLst>
          </p:cNvPr>
          <p:cNvSpPr>
            <a:spLocks noGrp="1"/>
          </p:cNvSpPr>
          <p:nvPr/>
        </p:nvSpPr>
        <p:spPr>
          <a:xfrm>
            <a:off x="914400" y="1619250"/>
            <a:ext cx="4286250" cy="457200"/>
          </a:xfrm>
          <a:prstGeom prst="rect">
            <a:avLst/>
          </a:prstGeom>
          <a:noFill/>
          <a:ln w="0">
            <a:noFill/>
          </a:ln>
        </p:spPr>
        <p:txBody>
          <a:bodyPr lIns="0" tIns="0" rIns="0" bIns="0" anchor="ctr"/>
          <a:lstStyle>
            <a:defPPr algn="l">
              <a:defRPr sz="2175" b="1">
                <a:solidFill>
                  <a:srgbClr val="522D60"/>
                </a:solidFill>
                <a:latin typeface="Arial"/>
                <a:ea typeface="Arial"/>
                <a:cs typeface="Arial"/>
              </a:defRPr>
            </a:defPPr>
            <a:lvl1pPr algn="l">
              <a:defRPr sz="2175" b="1">
                <a:solidFill>
                  <a:srgbClr val="522D60"/>
                </a:solidFill>
                <a:latin typeface="Arial"/>
                <a:ea typeface="Arial"/>
                <a:cs typeface="Arial"/>
              </a:defRPr>
            </a:lvl1pPr>
            <a:lvl2pPr algn="l">
              <a:defRPr sz="2175" b="1">
                <a:solidFill>
                  <a:srgbClr val="522D60"/>
                </a:solidFill>
                <a:latin typeface="Arial"/>
                <a:ea typeface="Arial"/>
                <a:cs typeface="Arial"/>
              </a:defRPr>
            </a:lvl2pPr>
            <a:lvl3pPr algn="l">
              <a:defRPr sz="2175" b="1">
                <a:solidFill>
                  <a:srgbClr val="522D60"/>
                </a:solidFill>
                <a:latin typeface="Arial"/>
                <a:ea typeface="Arial"/>
                <a:cs typeface="Arial"/>
              </a:defRPr>
            </a:lvl3pPr>
            <a:lvl4pPr algn="l">
              <a:defRPr sz="2175" b="1">
                <a:solidFill>
                  <a:srgbClr val="522D60"/>
                </a:solidFill>
                <a:latin typeface="Arial"/>
                <a:ea typeface="Arial"/>
                <a:cs typeface="Arial"/>
              </a:defRPr>
            </a:lvl4pPr>
            <a:lvl5pPr algn="l">
              <a:defRPr sz="2175" b="1">
                <a:solidFill>
                  <a:srgbClr val="522D60"/>
                </a:solidFill>
                <a:latin typeface="Arial"/>
                <a:ea typeface="Arial"/>
                <a:cs typeface="Arial"/>
              </a:defRPr>
            </a:lvl5pPr>
            <a:lvl6pPr algn="l">
              <a:defRPr sz="2175" b="1">
                <a:solidFill>
                  <a:srgbClr val="522D60"/>
                </a:solidFill>
                <a:latin typeface="Arial"/>
                <a:ea typeface="Arial"/>
                <a:cs typeface="Arial"/>
              </a:defRPr>
            </a:lvl6pPr>
            <a:lvl7pPr algn="l">
              <a:defRPr sz="2175" b="1">
                <a:solidFill>
                  <a:srgbClr val="522D60"/>
                </a:solidFill>
                <a:latin typeface="Arial"/>
                <a:ea typeface="Arial"/>
                <a:cs typeface="Arial"/>
              </a:defRPr>
            </a:lvl7pPr>
            <a:lvl8pPr algn="l">
              <a:defRPr sz="2175" b="1">
                <a:solidFill>
                  <a:srgbClr val="522D60"/>
                </a:solidFill>
                <a:latin typeface="Arial"/>
                <a:ea typeface="Arial"/>
                <a:cs typeface="Arial"/>
              </a:defRPr>
            </a:lvl8pPr>
            <a:lvl9pPr algn="l">
              <a:defRPr sz="2175" b="1">
                <a:solidFill>
                  <a:srgbClr val="522D60"/>
                </a:solidFill>
                <a:latin typeface="Arial"/>
                <a:ea typeface="Arial"/>
                <a:cs typeface="Arial"/>
              </a:defRPr>
            </a:lvl9pPr>
          </a:lstStyle>
          <a:p>
            <a:pPr algn="l">
              <a:defRPr sz="2175" b="1">
                <a:solidFill>
                  <a:srgbClr val="522D60"/>
                </a:solidFill>
                <a:latin typeface="Arial"/>
                <a:ea typeface="Arial"/>
                <a:cs typeface="Arial"/>
              </a:defRPr>
            </a:pPr>
            <a:r>
              <a:rPr sz="2175" b="1">
                <a:solidFill>
                  <a:srgbClr val="522D60"/>
                </a:solidFill>
                <a:latin typeface="Arial"/>
                <a:ea typeface="Arial"/>
                <a:cs typeface="Arial"/>
              </a:rPr>
              <a:t>Data limits</a:t>
            </a:r>
          </a:p>
        </p:txBody>
      </p:sp>
      <p:sp>
        <p:nvSpPr>
          <p:cNvPr id="4" name="مستطيل 3">
            <a:extLst>
              <a:ext uri="{FF2B5EF4-FFF2-40B4-BE49-F238E27FC236}">
                <a16:creationId xmlns:a16="http://schemas.microsoft.com/office/drawing/2014/main" id="{1FD320D4-5024-4013-BB11-89E4DDC5052C}"/>
              </a:ext>
            </a:extLst>
          </p:cNvPr>
          <p:cNvSpPr>
            <a:spLocks noGrp="1"/>
          </p:cNvSpPr>
          <p:nvPr/>
        </p:nvSpPr>
        <p:spPr>
          <a:xfrm>
            <a:off x="5715000" y="1619250"/>
            <a:ext cx="5619750" cy="714375"/>
          </a:xfrm>
          <a:prstGeom prst="rect">
            <a:avLst/>
          </a:prstGeom>
          <a:noFill/>
          <a:ln w="0">
            <a:noFill/>
          </a:ln>
        </p:spPr>
        <p:txBody>
          <a:bodyPr lIns="0" tIns="0" rIns="0" bIns="0" anchor="ctr"/>
          <a:lstStyle>
            <a:defPPr algn="l">
              <a:defRPr sz="1875" b="0">
                <a:solidFill>
                  <a:srgbClr val="756C78"/>
                </a:solidFill>
                <a:latin typeface="Arial"/>
                <a:ea typeface="Arial"/>
                <a:cs typeface="Arial"/>
              </a:defRPr>
            </a:defPPr>
            <a:lvl1pPr algn="l">
              <a:defRPr sz="1875" b="0">
                <a:solidFill>
                  <a:srgbClr val="756C78"/>
                </a:solidFill>
                <a:latin typeface="Arial"/>
                <a:ea typeface="Arial"/>
                <a:cs typeface="Arial"/>
              </a:defRPr>
            </a:lvl1pPr>
            <a:lvl2pPr algn="l">
              <a:defRPr sz="1875" b="0">
                <a:solidFill>
                  <a:srgbClr val="756C78"/>
                </a:solidFill>
                <a:latin typeface="Arial"/>
                <a:ea typeface="Arial"/>
                <a:cs typeface="Arial"/>
              </a:defRPr>
            </a:lvl2pPr>
            <a:lvl3pPr algn="l">
              <a:defRPr sz="1875" b="0">
                <a:solidFill>
                  <a:srgbClr val="756C78"/>
                </a:solidFill>
                <a:latin typeface="Arial"/>
                <a:ea typeface="Arial"/>
                <a:cs typeface="Arial"/>
              </a:defRPr>
            </a:lvl3pPr>
            <a:lvl4pPr algn="l">
              <a:defRPr sz="1875" b="0">
                <a:solidFill>
                  <a:srgbClr val="756C78"/>
                </a:solidFill>
                <a:latin typeface="Arial"/>
                <a:ea typeface="Arial"/>
                <a:cs typeface="Arial"/>
              </a:defRPr>
            </a:lvl4pPr>
            <a:lvl5pPr algn="l">
              <a:defRPr sz="1875" b="0">
                <a:solidFill>
                  <a:srgbClr val="756C78"/>
                </a:solidFill>
                <a:latin typeface="Arial"/>
                <a:ea typeface="Arial"/>
                <a:cs typeface="Arial"/>
              </a:defRPr>
            </a:lvl5pPr>
            <a:lvl6pPr algn="l">
              <a:defRPr sz="1875" b="0">
                <a:solidFill>
                  <a:srgbClr val="756C78"/>
                </a:solidFill>
                <a:latin typeface="Arial"/>
                <a:ea typeface="Arial"/>
                <a:cs typeface="Arial"/>
              </a:defRPr>
            </a:lvl6pPr>
            <a:lvl7pPr algn="l">
              <a:defRPr sz="1875" b="0">
                <a:solidFill>
                  <a:srgbClr val="756C78"/>
                </a:solidFill>
                <a:latin typeface="Arial"/>
                <a:ea typeface="Arial"/>
                <a:cs typeface="Arial"/>
              </a:defRPr>
            </a:lvl7pPr>
            <a:lvl8pPr algn="l">
              <a:defRPr sz="1875" b="0">
                <a:solidFill>
                  <a:srgbClr val="756C78"/>
                </a:solidFill>
                <a:latin typeface="Arial"/>
                <a:ea typeface="Arial"/>
                <a:cs typeface="Arial"/>
              </a:defRPr>
            </a:lvl8pPr>
            <a:lvl9pPr algn="l">
              <a:defRPr sz="1875" b="0">
                <a:solidFill>
                  <a:srgbClr val="756C78"/>
                </a:solidFill>
                <a:latin typeface="Arial"/>
                <a:ea typeface="Arial"/>
                <a:cs typeface="Arial"/>
              </a:defRPr>
            </a:lvl9pPr>
          </a:lstStyle>
          <a:p>
            <a:pPr algn="l">
              <a:defRPr sz="1875" b="0">
                <a:solidFill>
                  <a:srgbClr val="756C78"/>
                </a:solidFill>
                <a:latin typeface="Arial"/>
                <a:ea typeface="Arial"/>
                <a:cs typeface="Arial"/>
              </a:defRPr>
            </a:pPr>
            <a:r>
              <a:rPr sz="1875" b="0">
                <a:solidFill>
                  <a:srgbClr val="756C78"/>
                </a:solidFill>
                <a:latin typeface="Arial"/>
                <a:ea typeface="Arial"/>
                <a:cs typeface="Arial"/>
              </a:rPr>
              <a:t>No stock, sales or live price updates</a:t>
            </a:r>
          </a:p>
        </p:txBody>
      </p:sp>
      <p:sp>
        <p:nvSpPr>
          <p:cNvPr id="5" name="مستطيل 4">
            <a:extLst>
              <a:ext uri="{FF2B5EF4-FFF2-40B4-BE49-F238E27FC236}">
                <a16:creationId xmlns:a16="http://schemas.microsoft.com/office/drawing/2014/main" id="{B5C03F82-FE5F-491E-A9C8-1B06C12115CE}"/>
              </a:ext>
            </a:extLst>
          </p:cNvPr>
          <p:cNvSpPr>
            <a:spLocks noGrp="1"/>
          </p:cNvSpPr>
          <p:nvPr/>
        </p:nvSpPr>
        <p:spPr>
          <a:xfrm>
            <a:off x="914400" y="2590800"/>
            <a:ext cx="4286250" cy="457200"/>
          </a:xfrm>
          <a:prstGeom prst="rect">
            <a:avLst/>
          </a:prstGeom>
          <a:noFill/>
          <a:ln w="0">
            <a:noFill/>
          </a:ln>
        </p:spPr>
        <p:txBody>
          <a:bodyPr lIns="0" tIns="0" rIns="0" bIns="0" anchor="ctr"/>
          <a:lstStyle>
            <a:defPPr algn="l">
              <a:defRPr sz="2175" b="1">
                <a:solidFill>
                  <a:srgbClr val="522D60"/>
                </a:solidFill>
                <a:latin typeface="Arial"/>
                <a:ea typeface="Arial"/>
                <a:cs typeface="Arial"/>
              </a:defRPr>
            </a:defPPr>
            <a:lvl1pPr algn="l">
              <a:defRPr sz="2175" b="1">
                <a:solidFill>
                  <a:srgbClr val="522D60"/>
                </a:solidFill>
                <a:latin typeface="Arial"/>
                <a:ea typeface="Arial"/>
                <a:cs typeface="Arial"/>
              </a:defRPr>
            </a:lvl1pPr>
            <a:lvl2pPr algn="l">
              <a:defRPr sz="2175" b="1">
                <a:solidFill>
                  <a:srgbClr val="522D60"/>
                </a:solidFill>
                <a:latin typeface="Arial"/>
                <a:ea typeface="Arial"/>
                <a:cs typeface="Arial"/>
              </a:defRPr>
            </a:lvl2pPr>
            <a:lvl3pPr algn="l">
              <a:defRPr sz="2175" b="1">
                <a:solidFill>
                  <a:srgbClr val="522D60"/>
                </a:solidFill>
                <a:latin typeface="Arial"/>
                <a:ea typeface="Arial"/>
                <a:cs typeface="Arial"/>
              </a:defRPr>
            </a:lvl3pPr>
            <a:lvl4pPr algn="l">
              <a:defRPr sz="2175" b="1">
                <a:solidFill>
                  <a:srgbClr val="522D60"/>
                </a:solidFill>
                <a:latin typeface="Arial"/>
                <a:ea typeface="Arial"/>
                <a:cs typeface="Arial"/>
              </a:defRPr>
            </a:lvl4pPr>
            <a:lvl5pPr algn="l">
              <a:defRPr sz="2175" b="1">
                <a:solidFill>
                  <a:srgbClr val="522D60"/>
                </a:solidFill>
                <a:latin typeface="Arial"/>
                <a:ea typeface="Arial"/>
                <a:cs typeface="Arial"/>
              </a:defRPr>
            </a:lvl5pPr>
            <a:lvl6pPr algn="l">
              <a:defRPr sz="2175" b="1">
                <a:solidFill>
                  <a:srgbClr val="522D60"/>
                </a:solidFill>
                <a:latin typeface="Arial"/>
                <a:ea typeface="Arial"/>
                <a:cs typeface="Arial"/>
              </a:defRPr>
            </a:lvl6pPr>
            <a:lvl7pPr algn="l">
              <a:defRPr sz="2175" b="1">
                <a:solidFill>
                  <a:srgbClr val="522D60"/>
                </a:solidFill>
                <a:latin typeface="Arial"/>
                <a:ea typeface="Arial"/>
                <a:cs typeface="Arial"/>
              </a:defRPr>
            </a:lvl7pPr>
            <a:lvl8pPr algn="l">
              <a:defRPr sz="2175" b="1">
                <a:solidFill>
                  <a:srgbClr val="522D60"/>
                </a:solidFill>
                <a:latin typeface="Arial"/>
                <a:ea typeface="Arial"/>
                <a:cs typeface="Arial"/>
              </a:defRPr>
            </a:lvl8pPr>
            <a:lvl9pPr algn="l">
              <a:defRPr sz="2175" b="1">
                <a:solidFill>
                  <a:srgbClr val="522D60"/>
                </a:solidFill>
                <a:latin typeface="Arial"/>
                <a:ea typeface="Arial"/>
                <a:cs typeface="Arial"/>
              </a:defRPr>
            </a:lvl9pPr>
          </a:lstStyle>
          <a:p>
            <a:pPr algn="l">
              <a:defRPr sz="2175" b="1">
                <a:solidFill>
                  <a:srgbClr val="522D60"/>
                </a:solidFill>
                <a:latin typeface="Arial"/>
                <a:ea typeface="Arial"/>
                <a:cs typeface="Arial"/>
              </a:defRPr>
            </a:pPr>
            <a:r>
              <a:rPr sz="2175" b="1">
                <a:solidFill>
                  <a:srgbClr val="522D60"/>
                </a:solidFill>
                <a:latin typeface="Arial"/>
                <a:ea typeface="Arial"/>
                <a:cs typeface="Arial"/>
              </a:rPr>
              <a:t>Meaning of an alternative</a:t>
            </a:r>
          </a:p>
        </p:txBody>
      </p:sp>
      <p:sp>
        <p:nvSpPr>
          <p:cNvPr id="6" name="مستطيل 5">
            <a:extLst>
              <a:ext uri="{FF2B5EF4-FFF2-40B4-BE49-F238E27FC236}">
                <a16:creationId xmlns:a16="http://schemas.microsoft.com/office/drawing/2014/main" id="{7577C920-524E-47DA-82F4-89837466CDD1}"/>
              </a:ext>
            </a:extLst>
          </p:cNvPr>
          <p:cNvSpPr>
            <a:spLocks noGrp="1"/>
          </p:cNvSpPr>
          <p:nvPr/>
        </p:nvSpPr>
        <p:spPr>
          <a:xfrm>
            <a:off x="5715000" y="2590800"/>
            <a:ext cx="5619750" cy="714375"/>
          </a:xfrm>
          <a:prstGeom prst="rect">
            <a:avLst/>
          </a:prstGeom>
          <a:noFill/>
          <a:ln w="0">
            <a:noFill/>
          </a:ln>
        </p:spPr>
        <p:txBody>
          <a:bodyPr lIns="0" tIns="0" rIns="0" bIns="0" anchor="ctr"/>
          <a:lstStyle>
            <a:defPPr algn="l">
              <a:defRPr sz="1875" b="0">
                <a:solidFill>
                  <a:srgbClr val="756C78"/>
                </a:solidFill>
                <a:latin typeface="Arial"/>
                <a:ea typeface="Arial"/>
                <a:cs typeface="Arial"/>
              </a:defRPr>
            </a:defPPr>
            <a:lvl1pPr algn="l">
              <a:defRPr sz="1875" b="0">
                <a:solidFill>
                  <a:srgbClr val="756C78"/>
                </a:solidFill>
                <a:latin typeface="Arial"/>
                <a:ea typeface="Arial"/>
                <a:cs typeface="Arial"/>
              </a:defRPr>
            </a:lvl1pPr>
            <a:lvl2pPr algn="l">
              <a:defRPr sz="1875" b="0">
                <a:solidFill>
                  <a:srgbClr val="756C78"/>
                </a:solidFill>
                <a:latin typeface="Arial"/>
                <a:ea typeface="Arial"/>
                <a:cs typeface="Arial"/>
              </a:defRPr>
            </a:lvl2pPr>
            <a:lvl3pPr algn="l">
              <a:defRPr sz="1875" b="0">
                <a:solidFill>
                  <a:srgbClr val="756C78"/>
                </a:solidFill>
                <a:latin typeface="Arial"/>
                <a:ea typeface="Arial"/>
                <a:cs typeface="Arial"/>
              </a:defRPr>
            </a:lvl3pPr>
            <a:lvl4pPr algn="l">
              <a:defRPr sz="1875" b="0">
                <a:solidFill>
                  <a:srgbClr val="756C78"/>
                </a:solidFill>
                <a:latin typeface="Arial"/>
                <a:ea typeface="Arial"/>
                <a:cs typeface="Arial"/>
              </a:defRPr>
            </a:lvl4pPr>
            <a:lvl5pPr algn="l">
              <a:defRPr sz="1875" b="0">
                <a:solidFill>
                  <a:srgbClr val="756C78"/>
                </a:solidFill>
                <a:latin typeface="Arial"/>
                <a:ea typeface="Arial"/>
                <a:cs typeface="Arial"/>
              </a:defRPr>
            </a:lvl5pPr>
            <a:lvl6pPr algn="l">
              <a:defRPr sz="1875" b="0">
                <a:solidFill>
                  <a:srgbClr val="756C78"/>
                </a:solidFill>
                <a:latin typeface="Arial"/>
                <a:ea typeface="Arial"/>
                <a:cs typeface="Arial"/>
              </a:defRPr>
            </a:lvl6pPr>
            <a:lvl7pPr algn="l">
              <a:defRPr sz="1875" b="0">
                <a:solidFill>
                  <a:srgbClr val="756C78"/>
                </a:solidFill>
                <a:latin typeface="Arial"/>
                <a:ea typeface="Arial"/>
                <a:cs typeface="Arial"/>
              </a:defRPr>
            </a:lvl7pPr>
            <a:lvl8pPr algn="l">
              <a:defRPr sz="1875" b="0">
                <a:solidFill>
                  <a:srgbClr val="756C78"/>
                </a:solidFill>
                <a:latin typeface="Arial"/>
                <a:ea typeface="Arial"/>
                <a:cs typeface="Arial"/>
              </a:defRPr>
            </a:lvl8pPr>
            <a:lvl9pPr algn="l">
              <a:defRPr sz="1875" b="0">
                <a:solidFill>
                  <a:srgbClr val="756C78"/>
                </a:solidFill>
                <a:latin typeface="Arial"/>
                <a:ea typeface="Arial"/>
                <a:cs typeface="Arial"/>
              </a:defRPr>
            </a:lvl9pPr>
          </a:lstStyle>
          <a:p>
            <a:pPr algn="l">
              <a:defRPr sz="1875" b="0">
                <a:solidFill>
                  <a:srgbClr val="756C78"/>
                </a:solidFill>
                <a:latin typeface="Arial"/>
                <a:ea typeface="Arial"/>
                <a:cs typeface="Arial"/>
              </a:defRPr>
            </a:pPr>
            <a:r>
              <a:rPr sz="1875" b="0">
                <a:solidFill>
                  <a:srgbClr val="756C78"/>
                </a:solidFill>
                <a:latin typeface="Arial"/>
                <a:ea typeface="Arial"/>
                <a:cs typeface="Arial"/>
              </a:rPr>
              <a:t>Matching product labels does not establish bioequivalence</a:t>
            </a:r>
          </a:p>
        </p:txBody>
      </p:sp>
      <p:sp>
        <p:nvSpPr>
          <p:cNvPr id="7" name="مستطيل 6">
            <a:extLst>
              <a:ext uri="{FF2B5EF4-FFF2-40B4-BE49-F238E27FC236}">
                <a16:creationId xmlns:a16="http://schemas.microsoft.com/office/drawing/2014/main" id="{75825126-E051-45A3-B375-3D6DA07E71A0}"/>
              </a:ext>
            </a:extLst>
          </p:cNvPr>
          <p:cNvSpPr>
            <a:spLocks noGrp="1"/>
          </p:cNvSpPr>
          <p:nvPr/>
        </p:nvSpPr>
        <p:spPr>
          <a:xfrm>
            <a:off x="914400" y="3562350"/>
            <a:ext cx="4286250" cy="457200"/>
          </a:xfrm>
          <a:prstGeom prst="rect">
            <a:avLst/>
          </a:prstGeom>
          <a:noFill/>
          <a:ln w="0">
            <a:noFill/>
          </a:ln>
        </p:spPr>
        <p:txBody>
          <a:bodyPr lIns="0" tIns="0" rIns="0" bIns="0" anchor="ctr"/>
          <a:lstStyle>
            <a:defPPr algn="l">
              <a:defRPr sz="2175" b="1">
                <a:solidFill>
                  <a:srgbClr val="522D60"/>
                </a:solidFill>
                <a:latin typeface="Arial"/>
                <a:ea typeface="Arial"/>
                <a:cs typeface="Arial"/>
              </a:defRPr>
            </a:defPPr>
            <a:lvl1pPr algn="l">
              <a:defRPr sz="2175" b="1">
                <a:solidFill>
                  <a:srgbClr val="522D60"/>
                </a:solidFill>
                <a:latin typeface="Arial"/>
                <a:ea typeface="Arial"/>
                <a:cs typeface="Arial"/>
              </a:defRPr>
            </a:lvl1pPr>
            <a:lvl2pPr algn="l">
              <a:defRPr sz="2175" b="1">
                <a:solidFill>
                  <a:srgbClr val="522D60"/>
                </a:solidFill>
                <a:latin typeface="Arial"/>
                <a:ea typeface="Arial"/>
                <a:cs typeface="Arial"/>
              </a:defRPr>
            </a:lvl2pPr>
            <a:lvl3pPr algn="l">
              <a:defRPr sz="2175" b="1">
                <a:solidFill>
                  <a:srgbClr val="522D60"/>
                </a:solidFill>
                <a:latin typeface="Arial"/>
                <a:ea typeface="Arial"/>
                <a:cs typeface="Arial"/>
              </a:defRPr>
            </a:lvl3pPr>
            <a:lvl4pPr algn="l">
              <a:defRPr sz="2175" b="1">
                <a:solidFill>
                  <a:srgbClr val="522D60"/>
                </a:solidFill>
                <a:latin typeface="Arial"/>
                <a:ea typeface="Arial"/>
                <a:cs typeface="Arial"/>
              </a:defRPr>
            </a:lvl4pPr>
            <a:lvl5pPr algn="l">
              <a:defRPr sz="2175" b="1">
                <a:solidFill>
                  <a:srgbClr val="522D60"/>
                </a:solidFill>
                <a:latin typeface="Arial"/>
                <a:ea typeface="Arial"/>
                <a:cs typeface="Arial"/>
              </a:defRPr>
            </a:lvl5pPr>
            <a:lvl6pPr algn="l">
              <a:defRPr sz="2175" b="1">
                <a:solidFill>
                  <a:srgbClr val="522D60"/>
                </a:solidFill>
                <a:latin typeface="Arial"/>
                <a:ea typeface="Arial"/>
                <a:cs typeface="Arial"/>
              </a:defRPr>
            </a:lvl6pPr>
            <a:lvl7pPr algn="l">
              <a:defRPr sz="2175" b="1">
                <a:solidFill>
                  <a:srgbClr val="522D60"/>
                </a:solidFill>
                <a:latin typeface="Arial"/>
                <a:ea typeface="Arial"/>
                <a:cs typeface="Arial"/>
              </a:defRPr>
            </a:lvl7pPr>
            <a:lvl8pPr algn="l">
              <a:defRPr sz="2175" b="1">
                <a:solidFill>
                  <a:srgbClr val="522D60"/>
                </a:solidFill>
                <a:latin typeface="Arial"/>
                <a:ea typeface="Arial"/>
                <a:cs typeface="Arial"/>
              </a:defRPr>
            </a:lvl8pPr>
            <a:lvl9pPr algn="l">
              <a:defRPr sz="2175" b="1">
                <a:solidFill>
                  <a:srgbClr val="522D60"/>
                </a:solidFill>
                <a:latin typeface="Arial"/>
                <a:ea typeface="Arial"/>
                <a:cs typeface="Arial"/>
              </a:defRPr>
            </a:lvl9pPr>
          </a:lstStyle>
          <a:p>
            <a:pPr algn="l">
              <a:defRPr sz="2175" b="1">
                <a:solidFill>
                  <a:srgbClr val="522D60"/>
                </a:solidFill>
                <a:latin typeface="Arial"/>
                <a:ea typeface="Arial"/>
                <a:cs typeface="Arial"/>
              </a:defRPr>
            </a:pPr>
            <a:r>
              <a:rPr sz="2175" b="1">
                <a:solidFill>
                  <a:srgbClr val="522D60"/>
                </a:solidFill>
                <a:latin typeface="Arial"/>
                <a:ea typeface="Arial"/>
                <a:cs typeface="Arial"/>
              </a:rPr>
              <a:t>Comparison consistency</a:t>
            </a:r>
          </a:p>
        </p:txBody>
      </p:sp>
      <p:sp>
        <p:nvSpPr>
          <p:cNvPr id="8" name="مستطيل 7">
            <a:extLst>
              <a:ext uri="{FF2B5EF4-FFF2-40B4-BE49-F238E27FC236}">
                <a16:creationId xmlns:a16="http://schemas.microsoft.com/office/drawing/2014/main" id="{10E41303-FA6C-476E-935C-EE329FF6A768}"/>
              </a:ext>
            </a:extLst>
          </p:cNvPr>
          <p:cNvSpPr>
            <a:spLocks noGrp="1"/>
          </p:cNvSpPr>
          <p:nvPr/>
        </p:nvSpPr>
        <p:spPr>
          <a:xfrm>
            <a:off x="5715000" y="3562350"/>
            <a:ext cx="5619750" cy="714375"/>
          </a:xfrm>
          <a:prstGeom prst="rect">
            <a:avLst/>
          </a:prstGeom>
          <a:noFill/>
          <a:ln w="0">
            <a:noFill/>
          </a:ln>
        </p:spPr>
        <p:txBody>
          <a:bodyPr lIns="0" tIns="0" rIns="0" bIns="0" anchor="ctr"/>
          <a:lstStyle>
            <a:defPPr algn="l">
              <a:defRPr sz="1875" b="0">
                <a:solidFill>
                  <a:srgbClr val="756C78"/>
                </a:solidFill>
                <a:latin typeface="Arial"/>
                <a:ea typeface="Arial"/>
                <a:cs typeface="Arial"/>
              </a:defRPr>
            </a:defPPr>
            <a:lvl1pPr algn="l">
              <a:defRPr sz="1875" b="0">
                <a:solidFill>
                  <a:srgbClr val="756C78"/>
                </a:solidFill>
                <a:latin typeface="Arial"/>
                <a:ea typeface="Arial"/>
                <a:cs typeface="Arial"/>
              </a:defRPr>
            </a:lvl1pPr>
            <a:lvl2pPr algn="l">
              <a:defRPr sz="1875" b="0">
                <a:solidFill>
                  <a:srgbClr val="756C78"/>
                </a:solidFill>
                <a:latin typeface="Arial"/>
                <a:ea typeface="Arial"/>
                <a:cs typeface="Arial"/>
              </a:defRPr>
            </a:lvl2pPr>
            <a:lvl3pPr algn="l">
              <a:defRPr sz="1875" b="0">
                <a:solidFill>
                  <a:srgbClr val="756C78"/>
                </a:solidFill>
                <a:latin typeface="Arial"/>
                <a:ea typeface="Arial"/>
                <a:cs typeface="Arial"/>
              </a:defRPr>
            </a:lvl3pPr>
            <a:lvl4pPr algn="l">
              <a:defRPr sz="1875" b="0">
                <a:solidFill>
                  <a:srgbClr val="756C78"/>
                </a:solidFill>
                <a:latin typeface="Arial"/>
                <a:ea typeface="Arial"/>
                <a:cs typeface="Arial"/>
              </a:defRPr>
            </a:lvl4pPr>
            <a:lvl5pPr algn="l">
              <a:defRPr sz="1875" b="0">
                <a:solidFill>
                  <a:srgbClr val="756C78"/>
                </a:solidFill>
                <a:latin typeface="Arial"/>
                <a:ea typeface="Arial"/>
                <a:cs typeface="Arial"/>
              </a:defRPr>
            </a:lvl5pPr>
            <a:lvl6pPr algn="l">
              <a:defRPr sz="1875" b="0">
                <a:solidFill>
                  <a:srgbClr val="756C78"/>
                </a:solidFill>
                <a:latin typeface="Arial"/>
                <a:ea typeface="Arial"/>
                <a:cs typeface="Arial"/>
              </a:defRPr>
            </a:lvl6pPr>
            <a:lvl7pPr algn="l">
              <a:defRPr sz="1875" b="0">
                <a:solidFill>
                  <a:srgbClr val="756C78"/>
                </a:solidFill>
                <a:latin typeface="Arial"/>
                <a:ea typeface="Arial"/>
                <a:cs typeface="Arial"/>
              </a:defRPr>
            </a:lvl7pPr>
            <a:lvl8pPr algn="l">
              <a:defRPr sz="1875" b="0">
                <a:solidFill>
                  <a:srgbClr val="756C78"/>
                </a:solidFill>
                <a:latin typeface="Arial"/>
                <a:ea typeface="Arial"/>
                <a:cs typeface="Arial"/>
              </a:defRPr>
            </a:lvl8pPr>
            <a:lvl9pPr algn="l">
              <a:defRPr sz="1875" b="0">
                <a:solidFill>
                  <a:srgbClr val="756C78"/>
                </a:solidFill>
                <a:latin typeface="Arial"/>
                <a:ea typeface="Arial"/>
                <a:cs typeface="Arial"/>
              </a:defRPr>
            </a:lvl9pPr>
          </a:lstStyle>
          <a:p>
            <a:pPr algn="l">
              <a:defRPr sz="1875" b="0">
                <a:solidFill>
                  <a:srgbClr val="756C78"/>
                </a:solidFill>
                <a:latin typeface="Arial"/>
                <a:ea typeface="Arial"/>
                <a:cs typeface="Arial"/>
              </a:defRPr>
            </a:pPr>
            <a:r>
              <a:rPr sz="1875" b="0">
                <a:solidFill>
                  <a:srgbClr val="756C78"/>
                </a:solidFill>
                <a:latin typeface="Arial"/>
                <a:ea typeface="Arial"/>
                <a:cs typeface="Arial"/>
              </a:rPr>
              <a:t>Apply the same price-basis filter in analysis and app search</a:t>
            </a:r>
          </a:p>
        </p:txBody>
      </p:sp>
      <p:sp>
        <p:nvSpPr>
          <p:cNvPr id="9" name="مستطيل 8">
            <a:extLst>
              <a:ext uri="{FF2B5EF4-FFF2-40B4-BE49-F238E27FC236}">
                <a16:creationId xmlns:a16="http://schemas.microsoft.com/office/drawing/2014/main" id="{00460F02-0C63-4384-B6D1-322A18856EE6}"/>
              </a:ext>
            </a:extLst>
          </p:cNvPr>
          <p:cNvSpPr>
            <a:spLocks noGrp="1"/>
          </p:cNvSpPr>
          <p:nvPr/>
        </p:nvSpPr>
        <p:spPr>
          <a:xfrm>
            <a:off x="914400" y="4533900"/>
            <a:ext cx="4286250" cy="457200"/>
          </a:xfrm>
          <a:prstGeom prst="rect">
            <a:avLst/>
          </a:prstGeom>
          <a:noFill/>
          <a:ln w="0">
            <a:noFill/>
          </a:ln>
        </p:spPr>
        <p:txBody>
          <a:bodyPr lIns="0" tIns="0" rIns="0" bIns="0" anchor="ctr"/>
          <a:lstStyle>
            <a:defPPr algn="l">
              <a:defRPr sz="2175" b="1">
                <a:solidFill>
                  <a:srgbClr val="522D60"/>
                </a:solidFill>
                <a:latin typeface="Arial"/>
                <a:ea typeface="Arial"/>
                <a:cs typeface="Arial"/>
              </a:defRPr>
            </a:defPPr>
            <a:lvl1pPr algn="l">
              <a:defRPr sz="2175" b="1">
                <a:solidFill>
                  <a:srgbClr val="522D60"/>
                </a:solidFill>
                <a:latin typeface="Arial"/>
                <a:ea typeface="Arial"/>
                <a:cs typeface="Arial"/>
              </a:defRPr>
            </a:lvl1pPr>
            <a:lvl2pPr algn="l">
              <a:defRPr sz="2175" b="1">
                <a:solidFill>
                  <a:srgbClr val="522D60"/>
                </a:solidFill>
                <a:latin typeface="Arial"/>
                <a:ea typeface="Arial"/>
                <a:cs typeface="Arial"/>
              </a:defRPr>
            </a:lvl2pPr>
            <a:lvl3pPr algn="l">
              <a:defRPr sz="2175" b="1">
                <a:solidFill>
                  <a:srgbClr val="522D60"/>
                </a:solidFill>
                <a:latin typeface="Arial"/>
                <a:ea typeface="Arial"/>
                <a:cs typeface="Arial"/>
              </a:defRPr>
            </a:lvl3pPr>
            <a:lvl4pPr algn="l">
              <a:defRPr sz="2175" b="1">
                <a:solidFill>
                  <a:srgbClr val="522D60"/>
                </a:solidFill>
                <a:latin typeface="Arial"/>
                <a:ea typeface="Arial"/>
                <a:cs typeface="Arial"/>
              </a:defRPr>
            </a:lvl4pPr>
            <a:lvl5pPr algn="l">
              <a:defRPr sz="2175" b="1">
                <a:solidFill>
                  <a:srgbClr val="522D60"/>
                </a:solidFill>
                <a:latin typeface="Arial"/>
                <a:ea typeface="Arial"/>
                <a:cs typeface="Arial"/>
              </a:defRPr>
            </a:lvl5pPr>
            <a:lvl6pPr algn="l">
              <a:defRPr sz="2175" b="1">
                <a:solidFill>
                  <a:srgbClr val="522D60"/>
                </a:solidFill>
                <a:latin typeface="Arial"/>
                <a:ea typeface="Arial"/>
                <a:cs typeface="Arial"/>
              </a:defRPr>
            </a:lvl6pPr>
            <a:lvl7pPr algn="l">
              <a:defRPr sz="2175" b="1">
                <a:solidFill>
                  <a:srgbClr val="522D60"/>
                </a:solidFill>
                <a:latin typeface="Arial"/>
                <a:ea typeface="Arial"/>
                <a:cs typeface="Arial"/>
              </a:defRPr>
            </a:lvl7pPr>
            <a:lvl8pPr algn="l">
              <a:defRPr sz="2175" b="1">
                <a:solidFill>
                  <a:srgbClr val="522D60"/>
                </a:solidFill>
                <a:latin typeface="Arial"/>
                <a:ea typeface="Arial"/>
                <a:cs typeface="Arial"/>
              </a:defRPr>
            </a:lvl8pPr>
            <a:lvl9pPr algn="l">
              <a:defRPr sz="2175" b="1">
                <a:solidFill>
                  <a:srgbClr val="522D60"/>
                </a:solidFill>
                <a:latin typeface="Arial"/>
                <a:ea typeface="Arial"/>
                <a:cs typeface="Arial"/>
              </a:defRPr>
            </a:lvl9pPr>
          </a:lstStyle>
          <a:p>
            <a:pPr algn="l">
              <a:defRPr sz="2175" b="1">
                <a:solidFill>
                  <a:srgbClr val="522D60"/>
                </a:solidFill>
                <a:latin typeface="Arial"/>
                <a:ea typeface="Arial"/>
                <a:cs typeface="Arial"/>
              </a:defRPr>
            </a:pPr>
            <a:r>
              <a:rPr sz="2175" b="1">
                <a:solidFill>
                  <a:srgbClr val="522D60"/>
                </a:solidFill>
                <a:latin typeface="Arial"/>
                <a:ea typeface="Arial"/>
                <a:cs typeface="Arial"/>
              </a:rPr>
              <a:t>Future work</a:t>
            </a:r>
          </a:p>
        </p:txBody>
      </p:sp>
      <p:sp>
        <p:nvSpPr>
          <p:cNvPr id="10" name="مستطيل 9">
            <a:extLst>
              <a:ext uri="{FF2B5EF4-FFF2-40B4-BE49-F238E27FC236}">
                <a16:creationId xmlns:a16="http://schemas.microsoft.com/office/drawing/2014/main" id="{9D63652D-262A-48B5-9114-A5D4DB77B31B}"/>
              </a:ext>
            </a:extLst>
          </p:cNvPr>
          <p:cNvSpPr>
            <a:spLocks noGrp="1"/>
          </p:cNvSpPr>
          <p:nvPr/>
        </p:nvSpPr>
        <p:spPr>
          <a:xfrm>
            <a:off x="5715000" y="4533900"/>
            <a:ext cx="5619750" cy="714375"/>
          </a:xfrm>
          <a:prstGeom prst="rect">
            <a:avLst/>
          </a:prstGeom>
          <a:noFill/>
          <a:ln w="0">
            <a:noFill/>
          </a:ln>
        </p:spPr>
        <p:txBody>
          <a:bodyPr lIns="0" tIns="0" rIns="0" bIns="0" anchor="ctr"/>
          <a:lstStyle>
            <a:defPPr algn="l">
              <a:defRPr sz="1875" b="0">
                <a:solidFill>
                  <a:srgbClr val="756C78"/>
                </a:solidFill>
                <a:latin typeface="Arial"/>
                <a:ea typeface="Arial"/>
                <a:cs typeface="Arial"/>
              </a:defRPr>
            </a:defPPr>
            <a:lvl1pPr algn="l">
              <a:defRPr sz="1875" b="0">
                <a:solidFill>
                  <a:srgbClr val="756C78"/>
                </a:solidFill>
                <a:latin typeface="Arial"/>
                <a:ea typeface="Arial"/>
                <a:cs typeface="Arial"/>
              </a:defRPr>
            </a:lvl1pPr>
            <a:lvl2pPr algn="l">
              <a:defRPr sz="1875" b="0">
                <a:solidFill>
                  <a:srgbClr val="756C78"/>
                </a:solidFill>
                <a:latin typeface="Arial"/>
                <a:ea typeface="Arial"/>
                <a:cs typeface="Arial"/>
              </a:defRPr>
            </a:lvl2pPr>
            <a:lvl3pPr algn="l">
              <a:defRPr sz="1875" b="0">
                <a:solidFill>
                  <a:srgbClr val="756C78"/>
                </a:solidFill>
                <a:latin typeface="Arial"/>
                <a:ea typeface="Arial"/>
                <a:cs typeface="Arial"/>
              </a:defRPr>
            </a:lvl3pPr>
            <a:lvl4pPr algn="l">
              <a:defRPr sz="1875" b="0">
                <a:solidFill>
                  <a:srgbClr val="756C78"/>
                </a:solidFill>
                <a:latin typeface="Arial"/>
                <a:ea typeface="Arial"/>
                <a:cs typeface="Arial"/>
              </a:defRPr>
            </a:lvl4pPr>
            <a:lvl5pPr algn="l">
              <a:defRPr sz="1875" b="0">
                <a:solidFill>
                  <a:srgbClr val="756C78"/>
                </a:solidFill>
                <a:latin typeface="Arial"/>
                <a:ea typeface="Arial"/>
                <a:cs typeface="Arial"/>
              </a:defRPr>
            </a:lvl5pPr>
            <a:lvl6pPr algn="l">
              <a:defRPr sz="1875" b="0">
                <a:solidFill>
                  <a:srgbClr val="756C78"/>
                </a:solidFill>
                <a:latin typeface="Arial"/>
                <a:ea typeface="Arial"/>
                <a:cs typeface="Arial"/>
              </a:defRPr>
            </a:lvl6pPr>
            <a:lvl7pPr algn="l">
              <a:defRPr sz="1875" b="0">
                <a:solidFill>
                  <a:srgbClr val="756C78"/>
                </a:solidFill>
                <a:latin typeface="Arial"/>
                <a:ea typeface="Arial"/>
                <a:cs typeface="Arial"/>
              </a:defRPr>
            </a:lvl7pPr>
            <a:lvl8pPr algn="l">
              <a:defRPr sz="1875" b="0">
                <a:solidFill>
                  <a:srgbClr val="756C78"/>
                </a:solidFill>
                <a:latin typeface="Arial"/>
                <a:ea typeface="Arial"/>
                <a:cs typeface="Arial"/>
              </a:defRPr>
            </a:lvl8pPr>
            <a:lvl9pPr algn="l">
              <a:defRPr sz="1875" b="0">
                <a:solidFill>
                  <a:srgbClr val="756C78"/>
                </a:solidFill>
                <a:latin typeface="Arial"/>
                <a:ea typeface="Arial"/>
                <a:cs typeface="Arial"/>
              </a:defRPr>
            </a:lvl9pPr>
          </a:lstStyle>
          <a:p>
            <a:pPr algn="l">
              <a:defRPr sz="1875" b="0">
                <a:solidFill>
                  <a:srgbClr val="756C78"/>
                </a:solidFill>
                <a:latin typeface="Arial"/>
                <a:ea typeface="Arial"/>
                <a:cs typeface="Arial"/>
              </a:defRPr>
            </a:pPr>
            <a:r>
              <a:rPr sz="1875" b="0">
                <a:solidFill>
                  <a:srgbClr val="756C78"/>
                </a:solidFill>
                <a:latin typeface="Arial"/>
                <a:ea typeface="Arial"/>
                <a:cs typeface="Arial"/>
              </a:rPr>
              <a:t>Automate updates and add a reliable availability source</a:t>
            </a:r>
          </a:p>
        </p:txBody>
      </p:sp>
    </p:spTree>
    <p:extLst>
      <p:ext uri="{BB962C8B-B14F-4D97-AF65-F5344CB8AC3E}">
        <p14:creationId xmlns:p14="http://schemas.microsoft.com/office/powerpoint/2010/main" val="15515516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8" name="مستطيل 7">
            <a:extLst>
              <a:ext uri="{FF2B5EF4-FFF2-40B4-BE49-F238E27FC236}">
                <a16:creationId xmlns:a16="http://schemas.microsoft.com/office/drawing/2014/main" id="{83184267-A587-4520-B3BF-C32F3F160644}"/>
              </a:ext>
            </a:extLst>
          </p:cNvPr>
          <p:cNvSpPr>
            <a:spLocks noGrp="1"/>
          </p:cNvSpPr>
          <p:nvPr/>
        </p:nvSpPr>
        <p:spPr>
          <a:xfrm>
            <a:off x="685800" y="457200"/>
            <a:ext cx="10820400" cy="742950"/>
          </a:xfrm>
          <a:prstGeom prst="rect">
            <a:avLst/>
          </a:prstGeom>
          <a:noFill/>
          <a:ln w="0">
            <a:noFill/>
          </a:ln>
        </p:spPr>
        <p:txBody>
          <a:bodyPr lIns="0" tIns="0" rIns="0" bIns="0" anchor="ctr"/>
          <a:lstStyle>
            <a:defPPr algn="l">
              <a:defRPr sz="3300" b="1">
                <a:solidFill>
                  <a:srgbClr val="26182E"/>
                </a:solidFill>
                <a:latin typeface="Arial"/>
                <a:ea typeface="Arial"/>
                <a:cs typeface="Arial"/>
              </a:defRPr>
            </a:defPPr>
            <a:lvl1pPr algn="l">
              <a:defRPr sz="3300" b="1">
                <a:solidFill>
                  <a:srgbClr val="26182E"/>
                </a:solidFill>
                <a:latin typeface="Arial"/>
                <a:ea typeface="Arial"/>
                <a:cs typeface="Arial"/>
              </a:defRPr>
            </a:lvl1pPr>
            <a:lvl2pPr algn="l">
              <a:defRPr sz="3300" b="1">
                <a:solidFill>
                  <a:srgbClr val="26182E"/>
                </a:solidFill>
                <a:latin typeface="Arial"/>
                <a:ea typeface="Arial"/>
                <a:cs typeface="Arial"/>
              </a:defRPr>
            </a:lvl2pPr>
            <a:lvl3pPr algn="l">
              <a:defRPr sz="3300" b="1">
                <a:solidFill>
                  <a:srgbClr val="26182E"/>
                </a:solidFill>
                <a:latin typeface="Arial"/>
                <a:ea typeface="Arial"/>
                <a:cs typeface="Arial"/>
              </a:defRPr>
            </a:lvl3pPr>
            <a:lvl4pPr algn="l">
              <a:defRPr sz="3300" b="1">
                <a:solidFill>
                  <a:srgbClr val="26182E"/>
                </a:solidFill>
                <a:latin typeface="Arial"/>
                <a:ea typeface="Arial"/>
                <a:cs typeface="Arial"/>
              </a:defRPr>
            </a:lvl4pPr>
            <a:lvl5pPr algn="l">
              <a:defRPr sz="3300" b="1">
                <a:solidFill>
                  <a:srgbClr val="26182E"/>
                </a:solidFill>
                <a:latin typeface="Arial"/>
                <a:ea typeface="Arial"/>
                <a:cs typeface="Arial"/>
              </a:defRPr>
            </a:lvl5pPr>
            <a:lvl6pPr algn="l">
              <a:defRPr sz="3300" b="1">
                <a:solidFill>
                  <a:srgbClr val="26182E"/>
                </a:solidFill>
                <a:latin typeface="Arial"/>
                <a:ea typeface="Arial"/>
                <a:cs typeface="Arial"/>
              </a:defRPr>
            </a:lvl6pPr>
            <a:lvl7pPr algn="l">
              <a:defRPr sz="3300" b="1">
                <a:solidFill>
                  <a:srgbClr val="26182E"/>
                </a:solidFill>
                <a:latin typeface="Arial"/>
                <a:ea typeface="Arial"/>
                <a:cs typeface="Arial"/>
              </a:defRPr>
            </a:lvl7pPr>
            <a:lvl8pPr algn="l">
              <a:defRPr sz="3300" b="1">
                <a:solidFill>
                  <a:srgbClr val="26182E"/>
                </a:solidFill>
                <a:latin typeface="Arial"/>
                <a:ea typeface="Arial"/>
                <a:cs typeface="Arial"/>
              </a:defRPr>
            </a:lvl8pPr>
            <a:lvl9pPr algn="l">
              <a:defRPr sz="3300" b="1">
                <a:solidFill>
                  <a:srgbClr val="26182E"/>
                </a:solidFill>
                <a:latin typeface="Arial"/>
                <a:ea typeface="Arial"/>
                <a:cs typeface="Arial"/>
              </a:defRPr>
            </a:lvl9pPr>
          </a:lstStyle>
          <a:p>
            <a:pPr algn="l">
              <a:defRPr sz="3300" b="1">
                <a:solidFill>
                  <a:srgbClr val="26182E"/>
                </a:solidFill>
                <a:latin typeface="Arial"/>
                <a:ea typeface="Arial"/>
                <a:cs typeface="Arial"/>
              </a:defRPr>
            </a:pPr>
            <a:r>
              <a:rPr sz="3300" b="1">
                <a:solidFill>
                  <a:srgbClr val="26182E"/>
                </a:solidFill>
                <a:latin typeface="Arial"/>
                <a:ea typeface="Arial"/>
                <a:cs typeface="Arial"/>
              </a:rPr>
              <a:t>Project Deliverables</a:t>
            </a:r>
          </a:p>
        </p:txBody>
      </p:sp>
      <p:sp>
        <p:nvSpPr>
          <p:cNvPr id="2" name="مستطيل 1">
            <a:extLst>
              <a:ext uri="{FF2B5EF4-FFF2-40B4-BE49-F238E27FC236}">
                <a16:creationId xmlns:a16="http://schemas.microsoft.com/office/drawing/2014/main" id="{D774E36B-C0C1-47B6-9B65-C625B392018F}"/>
              </a:ext>
            </a:extLst>
          </p:cNvPr>
          <p:cNvSpPr>
            <a:spLocks noGrp="1"/>
          </p:cNvSpPr>
          <p:nvPr/>
        </p:nvSpPr>
        <p:spPr>
          <a:xfrm>
            <a:off x="685800" y="6324600"/>
            <a:ext cx="476250" cy="209550"/>
          </a:xfrm>
          <a:prstGeom prst="rect">
            <a:avLst/>
          </a:prstGeom>
          <a:noFill/>
          <a:ln w="0">
            <a:noFill/>
          </a:ln>
        </p:spPr>
        <p:txBody>
          <a:bodyPr lIns="0" tIns="0" rIns="0" bIns="0" anchor="ctr"/>
          <a:lstStyle>
            <a:defPPr algn="l">
              <a:defRPr sz="1200" b="0">
                <a:solidFill>
                  <a:srgbClr val="756C78"/>
                </a:solidFill>
                <a:latin typeface="Arial"/>
                <a:ea typeface="Arial"/>
                <a:cs typeface="Arial"/>
              </a:defRPr>
            </a:defPPr>
            <a:lvl1pPr algn="l">
              <a:defRPr sz="1200" b="0">
                <a:solidFill>
                  <a:srgbClr val="756C78"/>
                </a:solidFill>
                <a:latin typeface="Arial"/>
                <a:ea typeface="Arial"/>
                <a:cs typeface="Arial"/>
              </a:defRPr>
            </a:lvl1pPr>
            <a:lvl2pPr algn="l">
              <a:defRPr sz="1200" b="0">
                <a:solidFill>
                  <a:srgbClr val="756C78"/>
                </a:solidFill>
                <a:latin typeface="Arial"/>
                <a:ea typeface="Arial"/>
                <a:cs typeface="Arial"/>
              </a:defRPr>
            </a:lvl2pPr>
            <a:lvl3pPr algn="l">
              <a:defRPr sz="1200" b="0">
                <a:solidFill>
                  <a:srgbClr val="756C78"/>
                </a:solidFill>
                <a:latin typeface="Arial"/>
                <a:ea typeface="Arial"/>
                <a:cs typeface="Arial"/>
              </a:defRPr>
            </a:lvl3pPr>
            <a:lvl4pPr algn="l">
              <a:defRPr sz="1200" b="0">
                <a:solidFill>
                  <a:srgbClr val="756C78"/>
                </a:solidFill>
                <a:latin typeface="Arial"/>
                <a:ea typeface="Arial"/>
                <a:cs typeface="Arial"/>
              </a:defRPr>
            </a:lvl4pPr>
            <a:lvl5pPr algn="l">
              <a:defRPr sz="1200" b="0">
                <a:solidFill>
                  <a:srgbClr val="756C78"/>
                </a:solidFill>
                <a:latin typeface="Arial"/>
                <a:ea typeface="Arial"/>
                <a:cs typeface="Arial"/>
              </a:defRPr>
            </a:lvl5pPr>
            <a:lvl6pPr algn="l">
              <a:defRPr sz="1200" b="0">
                <a:solidFill>
                  <a:srgbClr val="756C78"/>
                </a:solidFill>
                <a:latin typeface="Arial"/>
                <a:ea typeface="Arial"/>
                <a:cs typeface="Arial"/>
              </a:defRPr>
            </a:lvl6pPr>
            <a:lvl7pPr algn="l">
              <a:defRPr sz="1200" b="0">
                <a:solidFill>
                  <a:srgbClr val="756C78"/>
                </a:solidFill>
                <a:latin typeface="Arial"/>
                <a:ea typeface="Arial"/>
                <a:cs typeface="Arial"/>
              </a:defRPr>
            </a:lvl7pPr>
            <a:lvl8pPr algn="l">
              <a:defRPr sz="1200" b="0">
                <a:solidFill>
                  <a:srgbClr val="756C78"/>
                </a:solidFill>
                <a:latin typeface="Arial"/>
                <a:ea typeface="Arial"/>
                <a:cs typeface="Arial"/>
              </a:defRPr>
            </a:lvl8pPr>
            <a:lvl9pPr algn="l">
              <a:defRPr sz="1200" b="0">
                <a:solidFill>
                  <a:srgbClr val="756C78"/>
                </a:solidFill>
                <a:latin typeface="Arial"/>
                <a:ea typeface="Arial"/>
                <a:cs typeface="Arial"/>
              </a:defRPr>
            </a:lvl9pPr>
          </a:lstStyle>
          <a:p>
            <a:pPr algn="l">
              <a:defRPr sz="1200" b="0">
                <a:solidFill>
                  <a:srgbClr val="756C78"/>
                </a:solidFill>
                <a:latin typeface="Arial"/>
                <a:ea typeface="Arial"/>
                <a:cs typeface="Arial"/>
              </a:defRPr>
            </a:pPr>
            <a:r>
              <a:rPr sz="1200" b="0">
                <a:solidFill>
                  <a:srgbClr val="756C78"/>
                </a:solidFill>
                <a:latin typeface="Arial"/>
                <a:ea typeface="Arial"/>
                <a:cs typeface="Arial"/>
              </a:rPr>
              <a:t>16</a:t>
            </a:r>
          </a:p>
        </p:txBody>
      </p:sp>
      <p:sp>
        <p:nvSpPr>
          <p:cNvPr id="3" name="مستطيل 2">
            <a:extLst>
              <a:ext uri="{FF2B5EF4-FFF2-40B4-BE49-F238E27FC236}">
                <a16:creationId xmlns:a16="http://schemas.microsoft.com/office/drawing/2014/main" id="{7CA82FD7-FD87-4EC6-816C-2017D224D776}"/>
              </a:ext>
            </a:extLst>
          </p:cNvPr>
          <p:cNvSpPr>
            <a:spLocks noGrp="1"/>
          </p:cNvSpPr>
          <p:nvPr/>
        </p:nvSpPr>
        <p:spPr>
          <a:xfrm>
            <a:off x="857250" y="1724025"/>
            <a:ext cx="10477500" cy="619125"/>
          </a:xfrm>
          <a:prstGeom prst="rect">
            <a:avLst/>
          </a:prstGeom>
          <a:noFill/>
          <a:ln w="0">
            <a:noFill/>
          </a:ln>
        </p:spPr>
        <p:txBody>
          <a:bodyPr lIns="0" tIns="0" rIns="0" bIns="0" anchor="ctr"/>
          <a:lstStyle>
            <a:defPPr algn="l">
              <a:defRPr sz="3075" b="1">
                <a:solidFill>
                  <a:srgbClr val="522D60"/>
                </a:solidFill>
                <a:latin typeface="Arial"/>
                <a:ea typeface="Arial"/>
                <a:cs typeface="Arial"/>
              </a:defRPr>
            </a:defPPr>
            <a:lvl1pPr algn="l">
              <a:defRPr sz="3075" b="1">
                <a:solidFill>
                  <a:srgbClr val="522D60"/>
                </a:solidFill>
                <a:latin typeface="Arial"/>
                <a:ea typeface="Arial"/>
                <a:cs typeface="Arial"/>
              </a:defRPr>
            </a:lvl1pPr>
            <a:lvl2pPr algn="l">
              <a:defRPr sz="3075" b="1">
                <a:solidFill>
                  <a:srgbClr val="522D60"/>
                </a:solidFill>
                <a:latin typeface="Arial"/>
                <a:ea typeface="Arial"/>
                <a:cs typeface="Arial"/>
              </a:defRPr>
            </a:lvl2pPr>
            <a:lvl3pPr algn="l">
              <a:defRPr sz="3075" b="1">
                <a:solidFill>
                  <a:srgbClr val="522D60"/>
                </a:solidFill>
                <a:latin typeface="Arial"/>
                <a:ea typeface="Arial"/>
                <a:cs typeface="Arial"/>
              </a:defRPr>
            </a:lvl3pPr>
            <a:lvl4pPr algn="l">
              <a:defRPr sz="3075" b="1">
                <a:solidFill>
                  <a:srgbClr val="522D60"/>
                </a:solidFill>
                <a:latin typeface="Arial"/>
                <a:ea typeface="Arial"/>
                <a:cs typeface="Arial"/>
              </a:defRPr>
            </a:lvl4pPr>
            <a:lvl5pPr algn="l">
              <a:defRPr sz="3075" b="1">
                <a:solidFill>
                  <a:srgbClr val="522D60"/>
                </a:solidFill>
                <a:latin typeface="Arial"/>
                <a:ea typeface="Arial"/>
                <a:cs typeface="Arial"/>
              </a:defRPr>
            </a:lvl5pPr>
            <a:lvl6pPr algn="l">
              <a:defRPr sz="3075" b="1">
                <a:solidFill>
                  <a:srgbClr val="522D60"/>
                </a:solidFill>
                <a:latin typeface="Arial"/>
                <a:ea typeface="Arial"/>
                <a:cs typeface="Arial"/>
              </a:defRPr>
            </a:lvl6pPr>
            <a:lvl7pPr algn="l">
              <a:defRPr sz="3075" b="1">
                <a:solidFill>
                  <a:srgbClr val="522D60"/>
                </a:solidFill>
                <a:latin typeface="Arial"/>
                <a:ea typeface="Arial"/>
                <a:cs typeface="Arial"/>
              </a:defRPr>
            </a:lvl7pPr>
            <a:lvl8pPr algn="l">
              <a:defRPr sz="3075" b="1">
                <a:solidFill>
                  <a:srgbClr val="522D60"/>
                </a:solidFill>
                <a:latin typeface="Arial"/>
                <a:ea typeface="Arial"/>
                <a:cs typeface="Arial"/>
              </a:defRPr>
            </a:lvl8pPr>
            <a:lvl9pPr algn="l">
              <a:defRPr sz="3075" b="1">
                <a:solidFill>
                  <a:srgbClr val="522D60"/>
                </a:solidFill>
                <a:latin typeface="Arial"/>
                <a:ea typeface="Arial"/>
                <a:cs typeface="Arial"/>
              </a:defRPr>
            </a:lvl9pPr>
          </a:lstStyle>
          <a:p>
            <a:pPr algn="l">
              <a:defRPr sz="3075" b="1">
                <a:solidFill>
                  <a:srgbClr val="522D60"/>
                </a:solidFill>
                <a:latin typeface="Arial"/>
                <a:ea typeface="Arial"/>
                <a:cs typeface="Arial"/>
              </a:defRPr>
            </a:pPr>
            <a:r>
              <a:rPr sz="3075" b="1">
                <a:solidFill>
                  <a:srgbClr val="522D60"/>
                </a:solidFill>
                <a:latin typeface="Arial"/>
                <a:ea typeface="Arial"/>
                <a:cs typeface="Arial"/>
              </a:rPr>
              <a:t>Structured data with traceable transformations</a:t>
            </a:r>
          </a:p>
        </p:txBody>
      </p:sp>
      <p:sp>
        <p:nvSpPr>
          <p:cNvPr id="4" name="مستطيل 3">
            <a:extLst>
              <a:ext uri="{FF2B5EF4-FFF2-40B4-BE49-F238E27FC236}">
                <a16:creationId xmlns:a16="http://schemas.microsoft.com/office/drawing/2014/main" id="{BA504E92-12A6-4E04-9B83-17B2479BA8BA}"/>
              </a:ext>
            </a:extLst>
          </p:cNvPr>
          <p:cNvSpPr>
            <a:spLocks noGrp="1"/>
          </p:cNvSpPr>
          <p:nvPr/>
        </p:nvSpPr>
        <p:spPr>
          <a:xfrm>
            <a:off x="857250" y="2647950"/>
            <a:ext cx="10477500" cy="619125"/>
          </a:xfrm>
          <a:prstGeom prst="rect">
            <a:avLst/>
          </a:prstGeom>
          <a:noFill/>
          <a:ln w="0">
            <a:noFill/>
          </a:ln>
        </p:spPr>
        <p:txBody>
          <a:bodyPr lIns="0" tIns="0" rIns="0" bIns="0" anchor="ctr"/>
          <a:lstStyle>
            <a:defPPr algn="l">
              <a:defRPr sz="2700" b="0">
                <a:solidFill>
                  <a:srgbClr val="26182E"/>
                </a:solidFill>
                <a:latin typeface="Arial"/>
                <a:ea typeface="Arial"/>
                <a:cs typeface="Arial"/>
              </a:defRPr>
            </a:defPPr>
            <a:lvl1pPr algn="l">
              <a:defRPr sz="2700" b="0">
                <a:solidFill>
                  <a:srgbClr val="26182E"/>
                </a:solidFill>
                <a:latin typeface="Arial"/>
                <a:ea typeface="Arial"/>
                <a:cs typeface="Arial"/>
              </a:defRPr>
            </a:lvl1pPr>
            <a:lvl2pPr algn="l">
              <a:defRPr sz="2700" b="0">
                <a:solidFill>
                  <a:srgbClr val="26182E"/>
                </a:solidFill>
                <a:latin typeface="Arial"/>
                <a:ea typeface="Arial"/>
                <a:cs typeface="Arial"/>
              </a:defRPr>
            </a:lvl2pPr>
            <a:lvl3pPr algn="l">
              <a:defRPr sz="2700" b="0">
                <a:solidFill>
                  <a:srgbClr val="26182E"/>
                </a:solidFill>
                <a:latin typeface="Arial"/>
                <a:ea typeface="Arial"/>
                <a:cs typeface="Arial"/>
              </a:defRPr>
            </a:lvl3pPr>
            <a:lvl4pPr algn="l">
              <a:defRPr sz="2700" b="0">
                <a:solidFill>
                  <a:srgbClr val="26182E"/>
                </a:solidFill>
                <a:latin typeface="Arial"/>
                <a:ea typeface="Arial"/>
                <a:cs typeface="Arial"/>
              </a:defRPr>
            </a:lvl4pPr>
            <a:lvl5pPr algn="l">
              <a:defRPr sz="2700" b="0">
                <a:solidFill>
                  <a:srgbClr val="26182E"/>
                </a:solidFill>
                <a:latin typeface="Arial"/>
                <a:ea typeface="Arial"/>
                <a:cs typeface="Arial"/>
              </a:defRPr>
            </a:lvl5pPr>
            <a:lvl6pPr algn="l">
              <a:defRPr sz="2700" b="0">
                <a:solidFill>
                  <a:srgbClr val="26182E"/>
                </a:solidFill>
                <a:latin typeface="Arial"/>
                <a:ea typeface="Arial"/>
                <a:cs typeface="Arial"/>
              </a:defRPr>
            </a:lvl6pPr>
            <a:lvl7pPr algn="l">
              <a:defRPr sz="2700" b="0">
                <a:solidFill>
                  <a:srgbClr val="26182E"/>
                </a:solidFill>
                <a:latin typeface="Arial"/>
                <a:ea typeface="Arial"/>
                <a:cs typeface="Arial"/>
              </a:defRPr>
            </a:lvl7pPr>
            <a:lvl8pPr algn="l">
              <a:defRPr sz="2700" b="0">
                <a:solidFill>
                  <a:srgbClr val="26182E"/>
                </a:solidFill>
                <a:latin typeface="Arial"/>
                <a:ea typeface="Arial"/>
                <a:cs typeface="Arial"/>
              </a:defRPr>
            </a:lvl8pPr>
            <a:lvl9pPr algn="l">
              <a:defRPr sz="2700" b="0">
                <a:solidFill>
                  <a:srgbClr val="26182E"/>
                </a:solidFill>
                <a:latin typeface="Arial"/>
                <a:ea typeface="Arial"/>
                <a:cs typeface="Arial"/>
              </a:defRPr>
            </a:lvl9pPr>
          </a:lstStyle>
          <a:p>
            <a:pPr algn="l">
              <a:defRPr sz="2700" b="0">
                <a:solidFill>
                  <a:srgbClr val="26182E"/>
                </a:solidFill>
                <a:latin typeface="Arial"/>
                <a:ea typeface="Arial"/>
                <a:cs typeface="Arial"/>
              </a:defRPr>
            </a:pPr>
            <a:r>
              <a:rPr sz="2700" b="0">
                <a:solidFill>
                  <a:srgbClr val="26182E"/>
                </a:solidFill>
                <a:latin typeface="Arial"/>
                <a:ea typeface="Arial"/>
                <a:cs typeface="Arial"/>
              </a:rPr>
              <a:t>A relational database and validation queries</a:t>
            </a:r>
          </a:p>
        </p:txBody>
      </p:sp>
      <p:sp>
        <p:nvSpPr>
          <p:cNvPr id="5" name="مستطيل 4">
            <a:extLst>
              <a:ext uri="{FF2B5EF4-FFF2-40B4-BE49-F238E27FC236}">
                <a16:creationId xmlns:a16="http://schemas.microsoft.com/office/drawing/2014/main" id="{2F06E6B8-4C45-4974-828C-F7600E65712E}"/>
              </a:ext>
            </a:extLst>
          </p:cNvPr>
          <p:cNvSpPr>
            <a:spLocks noGrp="1"/>
          </p:cNvSpPr>
          <p:nvPr/>
        </p:nvSpPr>
        <p:spPr>
          <a:xfrm>
            <a:off x="857250" y="3571875"/>
            <a:ext cx="10477500" cy="714375"/>
          </a:xfrm>
          <a:prstGeom prst="rect">
            <a:avLst/>
          </a:prstGeom>
          <a:noFill/>
          <a:ln w="0">
            <a:noFill/>
          </a:ln>
        </p:spPr>
        <p:txBody>
          <a:bodyPr lIns="0" tIns="0" rIns="0" bIns="0" anchor="ctr"/>
          <a:lstStyle>
            <a:defPPr algn="l">
              <a:defRPr sz="2700" b="0">
                <a:solidFill>
                  <a:srgbClr val="26182E"/>
                </a:solidFill>
                <a:latin typeface="Arial"/>
                <a:ea typeface="Arial"/>
                <a:cs typeface="Arial"/>
              </a:defRPr>
            </a:defPPr>
            <a:lvl1pPr algn="l">
              <a:defRPr sz="2700" b="0">
                <a:solidFill>
                  <a:srgbClr val="26182E"/>
                </a:solidFill>
                <a:latin typeface="Arial"/>
                <a:ea typeface="Arial"/>
                <a:cs typeface="Arial"/>
              </a:defRPr>
            </a:lvl1pPr>
            <a:lvl2pPr algn="l">
              <a:defRPr sz="2700" b="0">
                <a:solidFill>
                  <a:srgbClr val="26182E"/>
                </a:solidFill>
                <a:latin typeface="Arial"/>
                <a:ea typeface="Arial"/>
                <a:cs typeface="Arial"/>
              </a:defRPr>
            </a:lvl2pPr>
            <a:lvl3pPr algn="l">
              <a:defRPr sz="2700" b="0">
                <a:solidFill>
                  <a:srgbClr val="26182E"/>
                </a:solidFill>
                <a:latin typeface="Arial"/>
                <a:ea typeface="Arial"/>
                <a:cs typeface="Arial"/>
              </a:defRPr>
            </a:lvl3pPr>
            <a:lvl4pPr algn="l">
              <a:defRPr sz="2700" b="0">
                <a:solidFill>
                  <a:srgbClr val="26182E"/>
                </a:solidFill>
                <a:latin typeface="Arial"/>
                <a:ea typeface="Arial"/>
                <a:cs typeface="Arial"/>
              </a:defRPr>
            </a:lvl4pPr>
            <a:lvl5pPr algn="l">
              <a:defRPr sz="2700" b="0">
                <a:solidFill>
                  <a:srgbClr val="26182E"/>
                </a:solidFill>
                <a:latin typeface="Arial"/>
                <a:ea typeface="Arial"/>
                <a:cs typeface="Arial"/>
              </a:defRPr>
            </a:lvl5pPr>
            <a:lvl6pPr algn="l">
              <a:defRPr sz="2700" b="0">
                <a:solidFill>
                  <a:srgbClr val="26182E"/>
                </a:solidFill>
                <a:latin typeface="Arial"/>
                <a:ea typeface="Arial"/>
                <a:cs typeface="Arial"/>
              </a:defRPr>
            </a:lvl6pPr>
            <a:lvl7pPr algn="l">
              <a:defRPr sz="2700" b="0">
                <a:solidFill>
                  <a:srgbClr val="26182E"/>
                </a:solidFill>
                <a:latin typeface="Arial"/>
                <a:ea typeface="Arial"/>
                <a:cs typeface="Arial"/>
              </a:defRPr>
            </a:lvl7pPr>
            <a:lvl8pPr algn="l">
              <a:defRPr sz="2700" b="0">
                <a:solidFill>
                  <a:srgbClr val="26182E"/>
                </a:solidFill>
                <a:latin typeface="Arial"/>
                <a:ea typeface="Arial"/>
                <a:cs typeface="Arial"/>
              </a:defRPr>
            </a:lvl8pPr>
            <a:lvl9pPr algn="l">
              <a:defRPr sz="2700" b="0">
                <a:solidFill>
                  <a:srgbClr val="26182E"/>
                </a:solidFill>
                <a:latin typeface="Arial"/>
                <a:ea typeface="Arial"/>
                <a:cs typeface="Arial"/>
              </a:defRPr>
            </a:lvl9pPr>
          </a:lstStyle>
          <a:p>
            <a:pPr algn="l">
              <a:defRPr sz="2700" b="0">
                <a:solidFill>
                  <a:srgbClr val="26182E"/>
                </a:solidFill>
                <a:latin typeface="Arial"/>
                <a:ea typeface="Arial"/>
                <a:cs typeface="Arial"/>
              </a:defRPr>
            </a:pPr>
            <a:r>
              <a:rPr sz="2700" b="0">
                <a:solidFill>
                  <a:srgbClr val="26182E"/>
                </a:solidFill>
                <a:latin typeface="Arial"/>
                <a:ea typeface="Arial"/>
                <a:cs typeface="Arial"/>
              </a:rPr>
              <a:t>Alternative analysis showing price differences and savings</a:t>
            </a:r>
          </a:p>
        </p:txBody>
      </p:sp>
      <p:sp>
        <p:nvSpPr>
          <p:cNvPr id="6" name="مستطيل 5">
            <a:extLst>
              <a:ext uri="{FF2B5EF4-FFF2-40B4-BE49-F238E27FC236}">
                <a16:creationId xmlns:a16="http://schemas.microsoft.com/office/drawing/2014/main" id="{1A3367F1-ACE6-4C7A-B9AD-9BBF5054E690}"/>
              </a:ext>
            </a:extLst>
          </p:cNvPr>
          <p:cNvSpPr>
            <a:spLocks noGrp="1"/>
          </p:cNvSpPr>
          <p:nvPr/>
        </p:nvSpPr>
        <p:spPr>
          <a:xfrm>
            <a:off x="857250" y="4591050"/>
            <a:ext cx="10477500" cy="666750"/>
          </a:xfrm>
          <a:prstGeom prst="rect">
            <a:avLst/>
          </a:prstGeom>
          <a:noFill/>
          <a:ln w="0">
            <a:noFill/>
          </a:ln>
        </p:spPr>
        <p:txBody>
          <a:bodyPr lIns="0" tIns="0" rIns="0" bIns="0" anchor="ctr"/>
          <a:lstStyle>
            <a:defPPr algn="l">
              <a:defRPr sz="2700" b="0">
                <a:solidFill>
                  <a:srgbClr val="26182E"/>
                </a:solidFill>
                <a:latin typeface="Arial"/>
                <a:ea typeface="Arial"/>
                <a:cs typeface="Arial"/>
              </a:defRPr>
            </a:defPPr>
            <a:lvl1pPr algn="l">
              <a:defRPr sz="2700" b="0">
                <a:solidFill>
                  <a:srgbClr val="26182E"/>
                </a:solidFill>
                <a:latin typeface="Arial"/>
                <a:ea typeface="Arial"/>
                <a:cs typeface="Arial"/>
              </a:defRPr>
            </a:lvl1pPr>
            <a:lvl2pPr algn="l">
              <a:defRPr sz="2700" b="0">
                <a:solidFill>
                  <a:srgbClr val="26182E"/>
                </a:solidFill>
                <a:latin typeface="Arial"/>
                <a:ea typeface="Arial"/>
                <a:cs typeface="Arial"/>
              </a:defRPr>
            </a:lvl2pPr>
            <a:lvl3pPr algn="l">
              <a:defRPr sz="2700" b="0">
                <a:solidFill>
                  <a:srgbClr val="26182E"/>
                </a:solidFill>
                <a:latin typeface="Arial"/>
                <a:ea typeface="Arial"/>
                <a:cs typeface="Arial"/>
              </a:defRPr>
            </a:lvl3pPr>
            <a:lvl4pPr algn="l">
              <a:defRPr sz="2700" b="0">
                <a:solidFill>
                  <a:srgbClr val="26182E"/>
                </a:solidFill>
                <a:latin typeface="Arial"/>
                <a:ea typeface="Arial"/>
                <a:cs typeface="Arial"/>
              </a:defRPr>
            </a:lvl4pPr>
            <a:lvl5pPr algn="l">
              <a:defRPr sz="2700" b="0">
                <a:solidFill>
                  <a:srgbClr val="26182E"/>
                </a:solidFill>
                <a:latin typeface="Arial"/>
                <a:ea typeface="Arial"/>
                <a:cs typeface="Arial"/>
              </a:defRPr>
            </a:lvl5pPr>
            <a:lvl6pPr algn="l">
              <a:defRPr sz="2700" b="0">
                <a:solidFill>
                  <a:srgbClr val="26182E"/>
                </a:solidFill>
                <a:latin typeface="Arial"/>
                <a:ea typeface="Arial"/>
                <a:cs typeface="Arial"/>
              </a:defRPr>
            </a:lvl6pPr>
            <a:lvl7pPr algn="l">
              <a:defRPr sz="2700" b="0">
                <a:solidFill>
                  <a:srgbClr val="26182E"/>
                </a:solidFill>
                <a:latin typeface="Arial"/>
                <a:ea typeface="Arial"/>
                <a:cs typeface="Arial"/>
              </a:defRPr>
            </a:lvl7pPr>
            <a:lvl8pPr algn="l">
              <a:defRPr sz="2700" b="0">
                <a:solidFill>
                  <a:srgbClr val="26182E"/>
                </a:solidFill>
                <a:latin typeface="Arial"/>
                <a:ea typeface="Arial"/>
                <a:cs typeface="Arial"/>
              </a:defRPr>
            </a:lvl8pPr>
            <a:lvl9pPr algn="l">
              <a:defRPr sz="2700" b="0">
                <a:solidFill>
                  <a:srgbClr val="26182E"/>
                </a:solidFill>
                <a:latin typeface="Arial"/>
                <a:ea typeface="Arial"/>
                <a:cs typeface="Arial"/>
              </a:defRPr>
            </a:lvl9pPr>
          </a:lstStyle>
          <a:p>
            <a:pPr algn="l">
              <a:defRPr sz="2700" b="0">
                <a:solidFill>
                  <a:srgbClr val="26182E"/>
                </a:solidFill>
                <a:latin typeface="Arial"/>
                <a:ea typeface="Arial"/>
                <a:cs typeface="Arial"/>
              </a:defRPr>
            </a:pPr>
            <a:r>
              <a:rPr sz="2700" b="0">
                <a:solidFill>
                  <a:srgbClr val="26182E"/>
                </a:solidFill>
                <a:latin typeface="Arial"/>
                <a:ea typeface="Arial"/>
                <a:cs typeface="Arial"/>
              </a:rPr>
              <a:t>Interactive applications and project reports</a:t>
            </a:r>
          </a:p>
        </p:txBody>
      </p:sp>
      <p:sp>
        <p:nvSpPr>
          <p:cNvPr id="7" name="مستطيل 6">
            <a:extLst>
              <a:ext uri="{FF2B5EF4-FFF2-40B4-BE49-F238E27FC236}">
                <a16:creationId xmlns:a16="http://schemas.microsoft.com/office/drawing/2014/main" id="{799DDA1B-1757-4222-B37B-FEA92916664D}"/>
              </a:ext>
            </a:extLst>
          </p:cNvPr>
          <p:cNvSpPr>
            <a:spLocks noGrp="1"/>
          </p:cNvSpPr>
          <p:nvPr/>
        </p:nvSpPr>
        <p:spPr>
          <a:xfrm>
            <a:off x="857250" y="5562600"/>
            <a:ext cx="10477500" cy="466725"/>
          </a:xfrm>
          <a:prstGeom prst="rect">
            <a:avLst/>
          </a:prstGeom>
          <a:noFill/>
          <a:ln w="0">
            <a:noFill/>
          </a:ln>
        </p:spPr>
        <p:txBody>
          <a:bodyPr lIns="0" tIns="0" rIns="0" bIns="0" anchor="ctr"/>
          <a:lstStyle>
            <a:defPPr algn="l">
              <a:defRPr sz="2100" b="0">
                <a:solidFill>
                  <a:srgbClr val="756C78"/>
                </a:solidFill>
                <a:latin typeface="Arial"/>
                <a:ea typeface="Arial"/>
                <a:cs typeface="Arial"/>
              </a:defRPr>
            </a:defPPr>
            <a:lvl1pPr algn="l">
              <a:defRPr sz="2100" b="0">
                <a:solidFill>
                  <a:srgbClr val="756C78"/>
                </a:solidFill>
                <a:latin typeface="Arial"/>
                <a:ea typeface="Arial"/>
                <a:cs typeface="Arial"/>
              </a:defRPr>
            </a:lvl1pPr>
            <a:lvl2pPr algn="l">
              <a:defRPr sz="2100" b="0">
                <a:solidFill>
                  <a:srgbClr val="756C78"/>
                </a:solidFill>
                <a:latin typeface="Arial"/>
                <a:ea typeface="Arial"/>
                <a:cs typeface="Arial"/>
              </a:defRPr>
            </a:lvl2pPr>
            <a:lvl3pPr algn="l">
              <a:defRPr sz="2100" b="0">
                <a:solidFill>
                  <a:srgbClr val="756C78"/>
                </a:solidFill>
                <a:latin typeface="Arial"/>
                <a:ea typeface="Arial"/>
                <a:cs typeface="Arial"/>
              </a:defRPr>
            </a:lvl3pPr>
            <a:lvl4pPr algn="l">
              <a:defRPr sz="2100" b="0">
                <a:solidFill>
                  <a:srgbClr val="756C78"/>
                </a:solidFill>
                <a:latin typeface="Arial"/>
                <a:ea typeface="Arial"/>
                <a:cs typeface="Arial"/>
              </a:defRPr>
            </a:lvl4pPr>
            <a:lvl5pPr algn="l">
              <a:defRPr sz="2100" b="0">
                <a:solidFill>
                  <a:srgbClr val="756C78"/>
                </a:solidFill>
                <a:latin typeface="Arial"/>
                <a:ea typeface="Arial"/>
                <a:cs typeface="Arial"/>
              </a:defRPr>
            </a:lvl5pPr>
            <a:lvl6pPr algn="l">
              <a:defRPr sz="2100" b="0">
                <a:solidFill>
                  <a:srgbClr val="756C78"/>
                </a:solidFill>
                <a:latin typeface="Arial"/>
                <a:ea typeface="Arial"/>
                <a:cs typeface="Arial"/>
              </a:defRPr>
            </a:lvl6pPr>
            <a:lvl7pPr algn="l">
              <a:defRPr sz="2100" b="0">
                <a:solidFill>
                  <a:srgbClr val="756C78"/>
                </a:solidFill>
                <a:latin typeface="Arial"/>
                <a:ea typeface="Arial"/>
                <a:cs typeface="Arial"/>
              </a:defRPr>
            </a:lvl7pPr>
            <a:lvl8pPr algn="l">
              <a:defRPr sz="2100" b="0">
                <a:solidFill>
                  <a:srgbClr val="756C78"/>
                </a:solidFill>
                <a:latin typeface="Arial"/>
                <a:ea typeface="Arial"/>
                <a:cs typeface="Arial"/>
              </a:defRPr>
            </a:lvl8pPr>
            <a:lvl9pPr algn="l">
              <a:defRPr sz="2100" b="0">
                <a:solidFill>
                  <a:srgbClr val="756C78"/>
                </a:solidFill>
                <a:latin typeface="Arial"/>
                <a:ea typeface="Arial"/>
                <a:cs typeface="Arial"/>
              </a:defRPr>
            </a:lvl9pPr>
          </a:lstStyle>
          <a:p>
            <a:pPr algn="l">
              <a:defRPr sz="2100" b="0">
                <a:solidFill>
                  <a:srgbClr val="756C78"/>
                </a:solidFill>
                <a:latin typeface="Arial"/>
                <a:ea typeface="Arial"/>
                <a:cs typeface="Arial"/>
              </a:defRPr>
            </a:pPr>
            <a:r>
              <a:rPr sz="2100" b="0">
                <a:solidFill>
                  <a:srgbClr val="756C78"/>
                </a:solidFill>
                <a:latin typeface="Arial"/>
                <a:ea typeface="Arial"/>
                <a:cs typeface="Arial"/>
              </a:rPr>
              <a:t>Discussion and Questions</a:t>
            </a:r>
          </a:p>
        </p:txBody>
      </p:sp>
    </p:spTree>
    <p:extLst>
      <p:ext uri="{BB962C8B-B14F-4D97-AF65-F5344CB8AC3E}">
        <p14:creationId xmlns:p14="http://schemas.microsoft.com/office/powerpoint/2010/main" val="16701946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4" name="مستطيل 3">
            <a:extLst>
              <a:ext uri="{FF2B5EF4-FFF2-40B4-BE49-F238E27FC236}">
                <a16:creationId xmlns:a16="http://schemas.microsoft.com/office/drawing/2014/main" id="{0C18D8FB-2E2B-4A0A-8468-7266B1CC52F3}"/>
              </a:ext>
            </a:extLst>
          </p:cNvPr>
          <p:cNvSpPr>
            <a:spLocks noGrp="1"/>
          </p:cNvSpPr>
          <p:nvPr/>
        </p:nvSpPr>
        <p:spPr>
          <a:xfrm>
            <a:off x="685800" y="457200"/>
            <a:ext cx="10820400" cy="742950"/>
          </a:xfrm>
          <a:prstGeom prst="rect">
            <a:avLst/>
          </a:prstGeom>
          <a:noFill/>
          <a:ln w="0">
            <a:noFill/>
          </a:ln>
        </p:spPr>
        <p:txBody>
          <a:bodyPr lIns="0" tIns="0" rIns="0" bIns="0" anchor="ctr"/>
          <a:lstStyle>
            <a:defPPr algn="l">
              <a:defRPr sz="3300" b="1">
                <a:solidFill>
                  <a:srgbClr val="26182E"/>
                </a:solidFill>
                <a:latin typeface="Arial"/>
                <a:ea typeface="Arial"/>
                <a:cs typeface="Arial"/>
              </a:defRPr>
            </a:defPPr>
            <a:lvl1pPr algn="l">
              <a:defRPr sz="3300" b="1">
                <a:solidFill>
                  <a:srgbClr val="26182E"/>
                </a:solidFill>
                <a:latin typeface="Arial"/>
                <a:ea typeface="Arial"/>
                <a:cs typeface="Arial"/>
              </a:defRPr>
            </a:lvl1pPr>
            <a:lvl2pPr algn="l">
              <a:defRPr sz="3300" b="1">
                <a:solidFill>
                  <a:srgbClr val="26182E"/>
                </a:solidFill>
                <a:latin typeface="Arial"/>
                <a:ea typeface="Arial"/>
                <a:cs typeface="Arial"/>
              </a:defRPr>
            </a:lvl2pPr>
            <a:lvl3pPr algn="l">
              <a:defRPr sz="3300" b="1">
                <a:solidFill>
                  <a:srgbClr val="26182E"/>
                </a:solidFill>
                <a:latin typeface="Arial"/>
                <a:ea typeface="Arial"/>
                <a:cs typeface="Arial"/>
              </a:defRPr>
            </a:lvl3pPr>
            <a:lvl4pPr algn="l">
              <a:defRPr sz="3300" b="1">
                <a:solidFill>
                  <a:srgbClr val="26182E"/>
                </a:solidFill>
                <a:latin typeface="Arial"/>
                <a:ea typeface="Arial"/>
                <a:cs typeface="Arial"/>
              </a:defRPr>
            </a:lvl4pPr>
            <a:lvl5pPr algn="l">
              <a:defRPr sz="3300" b="1">
                <a:solidFill>
                  <a:srgbClr val="26182E"/>
                </a:solidFill>
                <a:latin typeface="Arial"/>
                <a:ea typeface="Arial"/>
                <a:cs typeface="Arial"/>
              </a:defRPr>
            </a:lvl5pPr>
            <a:lvl6pPr algn="l">
              <a:defRPr sz="3300" b="1">
                <a:solidFill>
                  <a:srgbClr val="26182E"/>
                </a:solidFill>
                <a:latin typeface="Arial"/>
                <a:ea typeface="Arial"/>
                <a:cs typeface="Arial"/>
              </a:defRPr>
            </a:lvl6pPr>
            <a:lvl7pPr algn="l">
              <a:defRPr sz="3300" b="1">
                <a:solidFill>
                  <a:srgbClr val="26182E"/>
                </a:solidFill>
                <a:latin typeface="Arial"/>
                <a:ea typeface="Arial"/>
                <a:cs typeface="Arial"/>
              </a:defRPr>
            </a:lvl7pPr>
            <a:lvl8pPr algn="l">
              <a:defRPr sz="3300" b="1">
                <a:solidFill>
                  <a:srgbClr val="26182E"/>
                </a:solidFill>
                <a:latin typeface="Arial"/>
                <a:ea typeface="Arial"/>
                <a:cs typeface="Arial"/>
              </a:defRPr>
            </a:lvl8pPr>
            <a:lvl9pPr algn="l">
              <a:defRPr sz="3300" b="1">
                <a:solidFill>
                  <a:srgbClr val="26182E"/>
                </a:solidFill>
                <a:latin typeface="Arial"/>
                <a:ea typeface="Arial"/>
                <a:cs typeface="Arial"/>
              </a:defRPr>
            </a:lvl9pPr>
          </a:lstStyle>
          <a:p>
            <a:pPr algn="l">
              <a:defRPr sz="3300" b="1">
                <a:solidFill>
                  <a:srgbClr val="26182E"/>
                </a:solidFill>
                <a:latin typeface="Arial"/>
                <a:ea typeface="Arial"/>
                <a:cs typeface="Arial"/>
              </a:defRPr>
            </a:pPr>
            <a:r>
              <a:rPr sz="3300" b="1">
                <a:solidFill>
                  <a:srgbClr val="26182E"/>
                </a:solidFill>
                <a:latin typeface="Arial"/>
                <a:ea typeface="Arial"/>
                <a:cs typeface="Arial"/>
              </a:rPr>
              <a:t>Appendix: Data Preparation and Analysis Files</a:t>
            </a:r>
          </a:p>
        </p:txBody>
      </p:sp>
      <p:sp>
        <p:nvSpPr>
          <p:cNvPr id="2" name="مستطيل 1">
            <a:extLst>
              <a:ext uri="{FF2B5EF4-FFF2-40B4-BE49-F238E27FC236}">
                <a16:creationId xmlns:a16="http://schemas.microsoft.com/office/drawing/2014/main" id="{3EF9D43D-72B8-450D-A1AE-0915E11353FF}"/>
              </a:ext>
            </a:extLst>
          </p:cNvPr>
          <p:cNvSpPr>
            <a:spLocks noGrp="1"/>
          </p:cNvSpPr>
          <p:nvPr/>
        </p:nvSpPr>
        <p:spPr>
          <a:xfrm>
            <a:off x="685800" y="6324600"/>
            <a:ext cx="476250" cy="209550"/>
          </a:xfrm>
          <a:prstGeom prst="rect">
            <a:avLst/>
          </a:prstGeom>
          <a:noFill/>
          <a:ln w="0">
            <a:noFill/>
          </a:ln>
        </p:spPr>
        <p:txBody>
          <a:bodyPr lIns="0" tIns="0" rIns="0" bIns="0" anchor="ctr"/>
          <a:lstStyle>
            <a:defPPr algn="l">
              <a:defRPr sz="1200" b="0">
                <a:solidFill>
                  <a:srgbClr val="756C78"/>
                </a:solidFill>
                <a:latin typeface="Arial"/>
                <a:ea typeface="Arial"/>
                <a:cs typeface="Arial"/>
              </a:defRPr>
            </a:defPPr>
            <a:lvl1pPr algn="l">
              <a:defRPr sz="1200" b="0">
                <a:solidFill>
                  <a:srgbClr val="756C78"/>
                </a:solidFill>
                <a:latin typeface="Arial"/>
                <a:ea typeface="Arial"/>
                <a:cs typeface="Arial"/>
              </a:defRPr>
            </a:lvl1pPr>
            <a:lvl2pPr algn="l">
              <a:defRPr sz="1200" b="0">
                <a:solidFill>
                  <a:srgbClr val="756C78"/>
                </a:solidFill>
                <a:latin typeface="Arial"/>
                <a:ea typeface="Arial"/>
                <a:cs typeface="Arial"/>
              </a:defRPr>
            </a:lvl2pPr>
            <a:lvl3pPr algn="l">
              <a:defRPr sz="1200" b="0">
                <a:solidFill>
                  <a:srgbClr val="756C78"/>
                </a:solidFill>
                <a:latin typeface="Arial"/>
                <a:ea typeface="Arial"/>
                <a:cs typeface="Arial"/>
              </a:defRPr>
            </a:lvl3pPr>
            <a:lvl4pPr algn="l">
              <a:defRPr sz="1200" b="0">
                <a:solidFill>
                  <a:srgbClr val="756C78"/>
                </a:solidFill>
                <a:latin typeface="Arial"/>
                <a:ea typeface="Arial"/>
                <a:cs typeface="Arial"/>
              </a:defRPr>
            </a:lvl4pPr>
            <a:lvl5pPr algn="l">
              <a:defRPr sz="1200" b="0">
                <a:solidFill>
                  <a:srgbClr val="756C78"/>
                </a:solidFill>
                <a:latin typeface="Arial"/>
                <a:ea typeface="Arial"/>
                <a:cs typeface="Arial"/>
              </a:defRPr>
            </a:lvl5pPr>
            <a:lvl6pPr algn="l">
              <a:defRPr sz="1200" b="0">
                <a:solidFill>
                  <a:srgbClr val="756C78"/>
                </a:solidFill>
                <a:latin typeface="Arial"/>
                <a:ea typeface="Arial"/>
                <a:cs typeface="Arial"/>
              </a:defRPr>
            </a:lvl6pPr>
            <a:lvl7pPr algn="l">
              <a:defRPr sz="1200" b="0">
                <a:solidFill>
                  <a:srgbClr val="756C78"/>
                </a:solidFill>
                <a:latin typeface="Arial"/>
                <a:ea typeface="Arial"/>
                <a:cs typeface="Arial"/>
              </a:defRPr>
            </a:lvl7pPr>
            <a:lvl8pPr algn="l">
              <a:defRPr sz="1200" b="0">
                <a:solidFill>
                  <a:srgbClr val="756C78"/>
                </a:solidFill>
                <a:latin typeface="Arial"/>
                <a:ea typeface="Arial"/>
                <a:cs typeface="Arial"/>
              </a:defRPr>
            </a:lvl8pPr>
            <a:lvl9pPr algn="l">
              <a:defRPr sz="1200" b="0">
                <a:solidFill>
                  <a:srgbClr val="756C78"/>
                </a:solidFill>
                <a:latin typeface="Arial"/>
                <a:ea typeface="Arial"/>
                <a:cs typeface="Arial"/>
              </a:defRPr>
            </a:lvl9pPr>
          </a:lstStyle>
          <a:p>
            <a:pPr algn="l">
              <a:defRPr sz="1200" b="0">
                <a:solidFill>
                  <a:srgbClr val="756C78"/>
                </a:solidFill>
                <a:latin typeface="Arial"/>
                <a:ea typeface="Arial"/>
                <a:cs typeface="Arial"/>
              </a:defRPr>
            </a:pPr>
            <a:r>
              <a:rPr sz="1200" b="0">
                <a:solidFill>
                  <a:srgbClr val="756C78"/>
                </a:solidFill>
                <a:latin typeface="Arial"/>
                <a:ea typeface="Arial"/>
                <a:cs typeface="Arial"/>
              </a:rPr>
              <a:t>17</a:t>
            </a:r>
          </a:p>
        </p:txBody>
      </p:sp>
      <p:graphicFrame>
        <p:nvGraphicFramePr>
          <p:cNvPr id="3" name="جدول 2">
            <a:extLst>
              <a:ext uri="{FF2B5EF4-FFF2-40B4-BE49-F238E27FC236}">
                <a16:creationId xmlns:a16="http://schemas.microsoft.com/office/drawing/2014/main" id="{0ABB6399-A084-4A1F-A2D9-B4AEA72830C6}"/>
              </a:ext>
            </a:extLst>
          </p:cNvPr>
          <p:cNvGraphicFramePr/>
          <p:nvPr/>
        </p:nvGraphicFramePr>
        <p:xfrm>
          <a:off x="762000" y="1685925"/>
          <a:ext cx="10668000" cy="3895725"/>
        </p:xfrm>
        <a:graphic>
          <a:graphicData uri="http://schemas.openxmlformats.org/drawingml/2006/table">
            <a:tbl>
              <a:tblPr/>
              <a:tblGrid>
                <a:gridCol w="4095750">
                  <a:extLst>
                    <a:ext uri="{9D8B030D-6E8A-4147-A177-3AD203B41FA5}">
                      <a16:colId xmlns:a16="http://schemas.microsoft.com/office/drawing/2014/main" val="20000"/>
                    </a:ext>
                  </a:extLst>
                </a:gridCol>
                <a:gridCol w="6572250">
                  <a:extLst>
                    <a:ext uri="{9D8B030D-6E8A-4147-A177-3AD203B41FA5}">
                      <a16:colId xmlns:a16="http://schemas.microsoft.com/office/drawing/2014/main" val="20001"/>
                    </a:ext>
                  </a:extLst>
                </a:gridCol>
              </a:tblGrid>
              <a:tr h="649288">
                <a:tc>
                  <a:txBody>
                    <a:bodyPr/>
                    <a:lstStyle/>
                    <a:p>
                      <a:pPr algn="l"/>
                      <a:r>
                        <a:rPr sz="1800" b="1">
                          <a:solidFill>
                            <a:srgbClr val="FFFFFF"/>
                          </a:solidFill>
                          <a:latin typeface="Arial"/>
                          <a:ea typeface="Arial"/>
                          <a:cs typeface="Arial"/>
                        </a:rPr>
                        <a:t>Purpose</a:t>
                      </a:r>
                    </a:p>
                  </a:txBody>
                  <a:tcPr anchor="ctr">
                    <a:solidFill>
                      <a:srgbClr val="522D60"/>
                    </a:solidFill>
                  </a:tcPr>
                </a:tc>
                <a:tc>
                  <a:txBody>
                    <a:bodyPr/>
                    <a:lstStyle/>
                    <a:p>
                      <a:pPr algn="l"/>
                      <a:r>
                        <a:rPr sz="1800" b="1">
                          <a:solidFill>
                            <a:srgbClr val="FFFFFF"/>
                          </a:solidFill>
                          <a:latin typeface="Arial"/>
                          <a:ea typeface="Arial"/>
                          <a:cs typeface="Arial"/>
                        </a:rPr>
                        <a:t>Files</a:t>
                      </a:r>
                    </a:p>
                  </a:txBody>
                  <a:tcPr anchor="ctr">
                    <a:solidFill>
                      <a:srgbClr val="522D60"/>
                    </a:solidFill>
                  </a:tcPr>
                </a:tc>
                <a:extLst>
                  <a:ext uri="{0D108BD9-81ED-4DB2-BD59-A6C34878D82A}">
                    <a16:rowId xmlns:a16="http://schemas.microsoft.com/office/drawing/2014/main" val="10000"/>
                  </a:ext>
                </a:extLst>
              </a:tr>
              <a:tr h="649288">
                <a:tc>
                  <a:txBody>
                    <a:bodyPr/>
                    <a:lstStyle/>
                    <a:p>
                      <a:pPr algn="l"/>
                      <a:r>
                        <a:rPr sz="1650" b="0">
                          <a:solidFill>
                            <a:srgbClr val="26182E"/>
                          </a:solidFill>
                          <a:latin typeface="Arial"/>
                          <a:ea typeface="Arial"/>
                          <a:cs typeface="Arial"/>
                        </a:rPr>
                        <a:t>Raw and cleaned datasets</a:t>
                      </a:r>
                    </a:p>
                  </a:txBody>
                  <a:tcPr anchor="ctr">
                    <a:solidFill>
                      <a:srgbClr val="F0EBF1"/>
                    </a:solidFill>
                  </a:tcPr>
                </a:tc>
                <a:tc>
                  <a:txBody>
                    <a:bodyPr/>
                    <a:lstStyle/>
                    <a:p>
                      <a:pPr algn="l"/>
                      <a:r>
                        <a:rPr sz="1650" b="0">
                          <a:solidFill>
                            <a:srgbClr val="26182E"/>
                          </a:solidFill>
                          <a:latin typeface="Arial"/>
                          <a:ea typeface="Arial"/>
                          <a:cs typeface="Arial"/>
                        </a:rPr>
                        <a:t>data/raw/ and data/cleaned/</a:t>
                      </a:r>
                    </a:p>
                  </a:txBody>
                  <a:tcPr anchor="ctr">
                    <a:solidFill>
                      <a:srgbClr val="F0EBF1"/>
                    </a:solidFill>
                  </a:tcPr>
                </a:tc>
                <a:extLst>
                  <a:ext uri="{0D108BD9-81ED-4DB2-BD59-A6C34878D82A}">
                    <a16:rowId xmlns:a16="http://schemas.microsoft.com/office/drawing/2014/main" val="10001"/>
                  </a:ext>
                </a:extLst>
              </a:tr>
              <a:tr h="649288">
                <a:tc>
                  <a:txBody>
                    <a:bodyPr/>
                    <a:lstStyle/>
                    <a:p>
                      <a:pPr algn="l"/>
                      <a:r>
                        <a:rPr sz="1650" b="0">
                          <a:solidFill>
                            <a:srgbClr val="26182E"/>
                          </a:solidFill>
                          <a:latin typeface="Arial"/>
                          <a:ea typeface="Arial"/>
                          <a:cs typeface="Arial"/>
                        </a:rPr>
                        <a:t>Profiling and cleaning</a:t>
                      </a:r>
                    </a:p>
                  </a:txBody>
                  <a:tcPr anchor="ctr">
                    <a:solidFill>
                      <a:srgbClr val="FAF8F5"/>
                    </a:solidFill>
                  </a:tcPr>
                </a:tc>
                <a:tc>
                  <a:txBody>
                    <a:bodyPr/>
                    <a:lstStyle/>
                    <a:p>
                      <a:pPr algn="l"/>
                      <a:r>
                        <a:rPr sz="1650" b="0">
                          <a:solidFill>
                            <a:srgbClr val="26182E"/>
                          </a:solidFill>
                          <a:latin typeface="Arial"/>
                          <a:ea typeface="Arial"/>
                          <a:cs typeface="Arial"/>
                        </a:rPr>
                        <a:t>01_data_profiling and 02_data_cleaning</a:t>
                      </a:r>
                    </a:p>
                  </a:txBody>
                  <a:tcPr anchor="ctr">
                    <a:solidFill>
                      <a:srgbClr val="FAF8F5"/>
                    </a:solidFill>
                  </a:tcPr>
                </a:tc>
                <a:extLst>
                  <a:ext uri="{0D108BD9-81ED-4DB2-BD59-A6C34878D82A}">
                    <a16:rowId xmlns:a16="http://schemas.microsoft.com/office/drawing/2014/main" val="10002"/>
                  </a:ext>
                </a:extLst>
              </a:tr>
              <a:tr h="649288">
                <a:tc>
                  <a:txBody>
                    <a:bodyPr/>
                    <a:lstStyle/>
                    <a:p>
                      <a:pPr algn="l"/>
                      <a:r>
                        <a:rPr sz="1650" b="0">
                          <a:solidFill>
                            <a:srgbClr val="26182E"/>
                          </a:solidFill>
                          <a:latin typeface="Arial"/>
                          <a:ea typeface="Arial"/>
                          <a:cs typeface="Arial"/>
                        </a:rPr>
                        <a:t>Relationships and ID mappings</a:t>
                      </a:r>
                    </a:p>
                  </a:txBody>
                  <a:tcPr anchor="ctr">
                    <a:solidFill>
                      <a:srgbClr val="F0EBF1"/>
                    </a:solidFill>
                  </a:tcPr>
                </a:tc>
                <a:tc>
                  <a:txBody>
                    <a:bodyPr/>
                    <a:lstStyle/>
                    <a:p>
                      <a:pPr algn="l"/>
                      <a:r>
                        <a:rPr sz="1650" b="0">
                          <a:solidFill>
                            <a:srgbClr val="26182E"/>
                          </a:solidFill>
                          <a:latin typeface="Arial"/>
                          <a:ea typeface="Arial"/>
                          <a:cs typeface="Arial"/>
                        </a:rPr>
                        <a:t>03_data_integration and 04_generate_mappings</a:t>
                      </a:r>
                    </a:p>
                  </a:txBody>
                  <a:tcPr anchor="ctr">
                    <a:solidFill>
                      <a:srgbClr val="F0EBF1"/>
                    </a:solidFill>
                  </a:tcPr>
                </a:tc>
                <a:extLst>
                  <a:ext uri="{0D108BD9-81ED-4DB2-BD59-A6C34878D82A}">
                    <a16:rowId xmlns:a16="http://schemas.microsoft.com/office/drawing/2014/main" val="10003"/>
                  </a:ext>
                </a:extLst>
              </a:tr>
              <a:tr h="649288">
                <a:tc>
                  <a:txBody>
                    <a:bodyPr/>
                    <a:lstStyle/>
                    <a:p>
                      <a:pPr algn="l"/>
                      <a:r>
                        <a:rPr sz="1650" b="0">
                          <a:solidFill>
                            <a:srgbClr val="26182E"/>
                          </a:solidFill>
                          <a:latin typeface="Arial"/>
                          <a:ea typeface="Arial"/>
                          <a:cs typeface="Arial"/>
                        </a:rPr>
                        <a:t>SQL generation and analysis</a:t>
                      </a:r>
                    </a:p>
                  </a:txBody>
                  <a:tcPr anchor="ctr">
                    <a:solidFill>
                      <a:srgbClr val="FAF8F5"/>
                    </a:solidFill>
                  </a:tcPr>
                </a:tc>
                <a:tc>
                  <a:txBody>
                    <a:bodyPr/>
                    <a:lstStyle/>
                    <a:p>
                      <a:pPr algn="l"/>
                      <a:r>
                        <a:rPr sz="1650" b="0">
                          <a:solidFill>
                            <a:srgbClr val="26182E"/>
                          </a:solidFill>
                          <a:latin typeface="Arial"/>
                          <a:ea typeface="Arial"/>
                          <a:cs typeface="Arial"/>
                        </a:rPr>
                        <a:t>05_generate_insert_sql, 06_eda,</a:t>
                      </a:r>
                    </a:p>
                    <a:p>
                      <a:pPr algn="l"/>
                      <a:r>
                        <a:rPr sz="1650" b="0">
                          <a:solidFill>
                            <a:srgbClr val="26182E"/>
                          </a:solidFill>
                          <a:latin typeface="Arial"/>
                          <a:ea typeface="Arial"/>
                          <a:cs typeface="Arial"/>
                        </a:rPr>
                        <a:t>07_alternatives_price_analysis</a:t>
                      </a:r>
                    </a:p>
                  </a:txBody>
                  <a:tcPr anchor="ctr">
                    <a:solidFill>
                      <a:srgbClr val="FAF8F5"/>
                    </a:solidFill>
                  </a:tcPr>
                </a:tc>
                <a:extLst>
                  <a:ext uri="{0D108BD9-81ED-4DB2-BD59-A6C34878D82A}">
                    <a16:rowId xmlns:a16="http://schemas.microsoft.com/office/drawing/2014/main" val="10004"/>
                  </a:ext>
                </a:extLst>
              </a:tr>
              <a:tr h="649288">
                <a:tc>
                  <a:txBody>
                    <a:bodyPr/>
                    <a:lstStyle/>
                    <a:p>
                      <a:pPr algn="l"/>
                      <a:r>
                        <a:rPr sz="1650" b="0">
                          <a:solidFill>
                            <a:srgbClr val="26182E"/>
                          </a:solidFill>
                          <a:latin typeface="Arial"/>
                          <a:ea typeface="Arial"/>
                          <a:cs typeface="Arial"/>
                        </a:rPr>
                        <a:t>Database and analysis outputs</a:t>
                      </a:r>
                    </a:p>
                  </a:txBody>
                  <a:tcPr anchor="ctr">
                    <a:solidFill>
                      <a:srgbClr val="F0EBF1"/>
                    </a:solidFill>
                  </a:tcPr>
                </a:tc>
                <a:tc>
                  <a:txBody>
                    <a:bodyPr/>
                    <a:lstStyle/>
                    <a:p>
                      <a:pPr algn="l"/>
                      <a:r>
                        <a:rPr sz="1650" b="0">
                          <a:solidFill>
                            <a:srgbClr val="26182E"/>
                          </a:solidFill>
                          <a:latin typeface="Arial"/>
                          <a:ea typeface="Arial"/>
                          <a:cs typeface="Arial"/>
                        </a:rPr>
                        <a:t>data/medicine.db and reports/analysis/</a:t>
                      </a:r>
                    </a:p>
                  </a:txBody>
                  <a:tcPr anchor="ctr">
                    <a:solidFill>
                      <a:srgbClr val="F0EBF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113690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8F5"/>
        </a:solidFill>
        <a:effectLst/>
      </p:bgPr>
    </p:bg>
    <p:spTree>
      <p:nvGrpSpPr>
        <p:cNvPr id="1" name=""/>
        <p:cNvGrpSpPr/>
        <p:nvPr/>
      </p:nvGrpSpPr>
      <p:grpSpPr>
        <a:xfrm>
          <a:off x="0" y="0"/>
          <a:ext cx="0" cy="0"/>
          <a:chOff x="0" y="0"/>
          <a:chExt cx="0" cy="0"/>
        </a:xfrm>
      </p:grpSpPr>
      <p:sp>
        <p:nvSpPr>
          <p:cNvPr id="4" name="مستطيل 3">
            <a:extLst>
              <a:ext uri="{FF2B5EF4-FFF2-40B4-BE49-F238E27FC236}">
                <a16:creationId xmlns:a16="http://schemas.microsoft.com/office/drawing/2014/main" id="{0B1240BE-D314-499E-B089-7DD21A9941EB}"/>
              </a:ext>
            </a:extLst>
          </p:cNvPr>
          <p:cNvSpPr>
            <a:spLocks noGrp="1"/>
          </p:cNvSpPr>
          <p:nvPr/>
        </p:nvSpPr>
        <p:spPr>
          <a:xfrm>
            <a:off x="685800" y="457200"/>
            <a:ext cx="10820400" cy="742950"/>
          </a:xfrm>
          <a:prstGeom prst="rect">
            <a:avLst/>
          </a:prstGeom>
          <a:noFill/>
          <a:ln w="0">
            <a:noFill/>
          </a:ln>
        </p:spPr>
        <p:txBody>
          <a:bodyPr lIns="0" tIns="0" rIns="0" bIns="0" anchor="ctr"/>
          <a:lstStyle>
            <a:defPPr algn="l">
              <a:defRPr sz="3300" b="1">
                <a:solidFill>
                  <a:srgbClr val="26182E"/>
                </a:solidFill>
                <a:latin typeface="Arial"/>
                <a:ea typeface="Arial"/>
                <a:cs typeface="Arial"/>
              </a:defRPr>
            </a:defPPr>
            <a:lvl1pPr algn="l">
              <a:defRPr sz="3300" b="1">
                <a:solidFill>
                  <a:srgbClr val="26182E"/>
                </a:solidFill>
                <a:latin typeface="Arial"/>
                <a:ea typeface="Arial"/>
                <a:cs typeface="Arial"/>
              </a:defRPr>
            </a:lvl1pPr>
            <a:lvl2pPr algn="l">
              <a:defRPr sz="3300" b="1">
                <a:solidFill>
                  <a:srgbClr val="26182E"/>
                </a:solidFill>
                <a:latin typeface="Arial"/>
                <a:ea typeface="Arial"/>
                <a:cs typeface="Arial"/>
              </a:defRPr>
            </a:lvl2pPr>
            <a:lvl3pPr algn="l">
              <a:defRPr sz="3300" b="1">
                <a:solidFill>
                  <a:srgbClr val="26182E"/>
                </a:solidFill>
                <a:latin typeface="Arial"/>
                <a:ea typeface="Arial"/>
                <a:cs typeface="Arial"/>
              </a:defRPr>
            </a:lvl3pPr>
            <a:lvl4pPr algn="l">
              <a:defRPr sz="3300" b="1">
                <a:solidFill>
                  <a:srgbClr val="26182E"/>
                </a:solidFill>
                <a:latin typeface="Arial"/>
                <a:ea typeface="Arial"/>
                <a:cs typeface="Arial"/>
              </a:defRPr>
            </a:lvl4pPr>
            <a:lvl5pPr algn="l">
              <a:defRPr sz="3300" b="1">
                <a:solidFill>
                  <a:srgbClr val="26182E"/>
                </a:solidFill>
                <a:latin typeface="Arial"/>
                <a:ea typeface="Arial"/>
                <a:cs typeface="Arial"/>
              </a:defRPr>
            </a:lvl5pPr>
            <a:lvl6pPr algn="l">
              <a:defRPr sz="3300" b="1">
                <a:solidFill>
                  <a:srgbClr val="26182E"/>
                </a:solidFill>
                <a:latin typeface="Arial"/>
                <a:ea typeface="Arial"/>
                <a:cs typeface="Arial"/>
              </a:defRPr>
            </a:lvl6pPr>
            <a:lvl7pPr algn="l">
              <a:defRPr sz="3300" b="1">
                <a:solidFill>
                  <a:srgbClr val="26182E"/>
                </a:solidFill>
                <a:latin typeface="Arial"/>
                <a:ea typeface="Arial"/>
                <a:cs typeface="Arial"/>
              </a:defRPr>
            </a:lvl7pPr>
            <a:lvl8pPr algn="l">
              <a:defRPr sz="3300" b="1">
                <a:solidFill>
                  <a:srgbClr val="26182E"/>
                </a:solidFill>
                <a:latin typeface="Arial"/>
                <a:ea typeface="Arial"/>
                <a:cs typeface="Arial"/>
              </a:defRPr>
            </a:lvl8pPr>
            <a:lvl9pPr algn="l">
              <a:defRPr sz="3300" b="1">
                <a:solidFill>
                  <a:srgbClr val="26182E"/>
                </a:solidFill>
                <a:latin typeface="Arial"/>
                <a:ea typeface="Arial"/>
                <a:cs typeface="Arial"/>
              </a:defRPr>
            </a:lvl9pPr>
          </a:lstStyle>
          <a:p>
            <a:pPr algn="l">
              <a:defRPr sz="3300" b="1">
                <a:solidFill>
                  <a:srgbClr val="26182E"/>
                </a:solidFill>
                <a:latin typeface="Arial"/>
                <a:ea typeface="Arial"/>
                <a:cs typeface="Arial"/>
              </a:defRPr>
            </a:pPr>
            <a:r>
              <a:rPr sz="3300" b="1">
                <a:solidFill>
                  <a:srgbClr val="26182E"/>
                </a:solidFill>
                <a:latin typeface="Arial"/>
                <a:ea typeface="Arial"/>
                <a:cs typeface="Arial"/>
              </a:rPr>
              <a:t>Appendix: Application and Delivery Files</a:t>
            </a:r>
          </a:p>
        </p:txBody>
      </p:sp>
      <p:sp>
        <p:nvSpPr>
          <p:cNvPr id="2" name="مستطيل 1">
            <a:extLst>
              <a:ext uri="{FF2B5EF4-FFF2-40B4-BE49-F238E27FC236}">
                <a16:creationId xmlns:a16="http://schemas.microsoft.com/office/drawing/2014/main" id="{E4E6A45D-FA1F-48EB-8CBF-005C75700BDC}"/>
              </a:ext>
            </a:extLst>
          </p:cNvPr>
          <p:cNvSpPr>
            <a:spLocks noGrp="1"/>
          </p:cNvSpPr>
          <p:nvPr/>
        </p:nvSpPr>
        <p:spPr>
          <a:xfrm>
            <a:off x="685800" y="6324600"/>
            <a:ext cx="476250" cy="209550"/>
          </a:xfrm>
          <a:prstGeom prst="rect">
            <a:avLst/>
          </a:prstGeom>
          <a:noFill/>
          <a:ln w="0">
            <a:noFill/>
          </a:ln>
        </p:spPr>
        <p:txBody>
          <a:bodyPr lIns="0" tIns="0" rIns="0" bIns="0" anchor="ctr"/>
          <a:lstStyle>
            <a:defPPr algn="l">
              <a:defRPr sz="1200" b="0">
                <a:solidFill>
                  <a:srgbClr val="756C78"/>
                </a:solidFill>
                <a:latin typeface="Arial"/>
                <a:ea typeface="Arial"/>
                <a:cs typeface="Arial"/>
              </a:defRPr>
            </a:defPPr>
            <a:lvl1pPr algn="l">
              <a:defRPr sz="1200" b="0">
                <a:solidFill>
                  <a:srgbClr val="756C78"/>
                </a:solidFill>
                <a:latin typeface="Arial"/>
                <a:ea typeface="Arial"/>
                <a:cs typeface="Arial"/>
              </a:defRPr>
            </a:lvl1pPr>
            <a:lvl2pPr algn="l">
              <a:defRPr sz="1200" b="0">
                <a:solidFill>
                  <a:srgbClr val="756C78"/>
                </a:solidFill>
                <a:latin typeface="Arial"/>
                <a:ea typeface="Arial"/>
                <a:cs typeface="Arial"/>
              </a:defRPr>
            </a:lvl2pPr>
            <a:lvl3pPr algn="l">
              <a:defRPr sz="1200" b="0">
                <a:solidFill>
                  <a:srgbClr val="756C78"/>
                </a:solidFill>
                <a:latin typeface="Arial"/>
                <a:ea typeface="Arial"/>
                <a:cs typeface="Arial"/>
              </a:defRPr>
            </a:lvl3pPr>
            <a:lvl4pPr algn="l">
              <a:defRPr sz="1200" b="0">
                <a:solidFill>
                  <a:srgbClr val="756C78"/>
                </a:solidFill>
                <a:latin typeface="Arial"/>
                <a:ea typeface="Arial"/>
                <a:cs typeface="Arial"/>
              </a:defRPr>
            </a:lvl4pPr>
            <a:lvl5pPr algn="l">
              <a:defRPr sz="1200" b="0">
                <a:solidFill>
                  <a:srgbClr val="756C78"/>
                </a:solidFill>
                <a:latin typeface="Arial"/>
                <a:ea typeface="Arial"/>
                <a:cs typeface="Arial"/>
              </a:defRPr>
            </a:lvl5pPr>
            <a:lvl6pPr algn="l">
              <a:defRPr sz="1200" b="0">
                <a:solidFill>
                  <a:srgbClr val="756C78"/>
                </a:solidFill>
                <a:latin typeface="Arial"/>
                <a:ea typeface="Arial"/>
                <a:cs typeface="Arial"/>
              </a:defRPr>
            </a:lvl6pPr>
            <a:lvl7pPr algn="l">
              <a:defRPr sz="1200" b="0">
                <a:solidFill>
                  <a:srgbClr val="756C78"/>
                </a:solidFill>
                <a:latin typeface="Arial"/>
                <a:ea typeface="Arial"/>
                <a:cs typeface="Arial"/>
              </a:defRPr>
            </a:lvl7pPr>
            <a:lvl8pPr algn="l">
              <a:defRPr sz="1200" b="0">
                <a:solidFill>
                  <a:srgbClr val="756C78"/>
                </a:solidFill>
                <a:latin typeface="Arial"/>
                <a:ea typeface="Arial"/>
                <a:cs typeface="Arial"/>
              </a:defRPr>
            </a:lvl8pPr>
            <a:lvl9pPr algn="l">
              <a:defRPr sz="1200" b="0">
                <a:solidFill>
                  <a:srgbClr val="756C78"/>
                </a:solidFill>
                <a:latin typeface="Arial"/>
                <a:ea typeface="Arial"/>
                <a:cs typeface="Arial"/>
              </a:defRPr>
            </a:lvl9pPr>
          </a:lstStyle>
          <a:p>
            <a:pPr algn="l">
              <a:defRPr sz="1200" b="0">
                <a:solidFill>
                  <a:srgbClr val="756C78"/>
                </a:solidFill>
                <a:latin typeface="Arial"/>
                <a:ea typeface="Arial"/>
                <a:cs typeface="Arial"/>
              </a:defRPr>
            </a:pPr>
            <a:r>
              <a:rPr sz="1200" b="0">
                <a:solidFill>
                  <a:srgbClr val="756C78"/>
                </a:solidFill>
                <a:latin typeface="Arial"/>
                <a:ea typeface="Arial"/>
                <a:cs typeface="Arial"/>
              </a:rPr>
              <a:t>18</a:t>
            </a:r>
          </a:p>
        </p:txBody>
      </p:sp>
      <p:graphicFrame>
        <p:nvGraphicFramePr>
          <p:cNvPr id="3" name="جدول 2">
            <a:extLst>
              <a:ext uri="{FF2B5EF4-FFF2-40B4-BE49-F238E27FC236}">
                <a16:creationId xmlns:a16="http://schemas.microsoft.com/office/drawing/2014/main" id="{3A6DA596-2CBF-49CE-94AC-ABF5E75C8283}"/>
              </a:ext>
            </a:extLst>
          </p:cNvPr>
          <p:cNvGraphicFramePr/>
          <p:nvPr/>
        </p:nvGraphicFramePr>
        <p:xfrm>
          <a:off x="762000" y="1685925"/>
          <a:ext cx="10668000" cy="3895725"/>
        </p:xfrm>
        <a:graphic>
          <a:graphicData uri="http://schemas.openxmlformats.org/drawingml/2006/table">
            <a:tbl>
              <a:tblPr/>
              <a:tblGrid>
                <a:gridCol w="4095750">
                  <a:extLst>
                    <a:ext uri="{9D8B030D-6E8A-4147-A177-3AD203B41FA5}">
                      <a16:colId xmlns:a16="http://schemas.microsoft.com/office/drawing/2014/main" val="20000"/>
                    </a:ext>
                  </a:extLst>
                </a:gridCol>
                <a:gridCol w="6572250">
                  <a:extLst>
                    <a:ext uri="{9D8B030D-6E8A-4147-A177-3AD203B41FA5}">
                      <a16:colId xmlns:a16="http://schemas.microsoft.com/office/drawing/2014/main" val="20001"/>
                    </a:ext>
                  </a:extLst>
                </a:gridCol>
              </a:tblGrid>
              <a:tr h="649288">
                <a:tc>
                  <a:txBody>
                    <a:bodyPr/>
                    <a:lstStyle/>
                    <a:p>
                      <a:pPr algn="l"/>
                      <a:r>
                        <a:rPr sz="1800" b="1">
                          <a:solidFill>
                            <a:srgbClr val="FFFFFF"/>
                          </a:solidFill>
                          <a:latin typeface="Arial"/>
                          <a:ea typeface="Arial"/>
                          <a:cs typeface="Arial"/>
                        </a:rPr>
                        <a:t>Purpose</a:t>
                      </a:r>
                    </a:p>
                  </a:txBody>
                  <a:tcPr anchor="ctr">
                    <a:solidFill>
                      <a:srgbClr val="522D60"/>
                    </a:solidFill>
                  </a:tcPr>
                </a:tc>
                <a:tc>
                  <a:txBody>
                    <a:bodyPr/>
                    <a:lstStyle/>
                    <a:p>
                      <a:pPr algn="l"/>
                      <a:r>
                        <a:rPr sz="1800" b="1">
                          <a:solidFill>
                            <a:srgbClr val="FFFFFF"/>
                          </a:solidFill>
                          <a:latin typeface="Arial"/>
                          <a:ea typeface="Arial"/>
                          <a:cs typeface="Arial"/>
                        </a:rPr>
                        <a:t>Files</a:t>
                      </a:r>
                    </a:p>
                  </a:txBody>
                  <a:tcPr anchor="ctr">
                    <a:solidFill>
                      <a:srgbClr val="522D60"/>
                    </a:solidFill>
                  </a:tcPr>
                </a:tc>
                <a:extLst>
                  <a:ext uri="{0D108BD9-81ED-4DB2-BD59-A6C34878D82A}">
                    <a16:rowId xmlns:a16="http://schemas.microsoft.com/office/drawing/2014/main" val="10000"/>
                  </a:ext>
                </a:extLst>
              </a:tr>
              <a:tr h="649288">
                <a:tc>
                  <a:txBody>
                    <a:bodyPr/>
                    <a:lstStyle/>
                    <a:p>
                      <a:pPr algn="l"/>
                      <a:r>
                        <a:rPr sz="1650" b="0">
                          <a:solidFill>
                            <a:srgbClr val="26182E"/>
                          </a:solidFill>
                          <a:latin typeface="Arial"/>
                          <a:ea typeface="Arial"/>
                          <a:cs typeface="Arial"/>
                        </a:rPr>
                        <a:t>Streamlit interface and pages</a:t>
                      </a:r>
                    </a:p>
                  </a:txBody>
                  <a:tcPr anchor="ctr">
                    <a:solidFill>
                      <a:srgbClr val="F0EBF1"/>
                    </a:solidFill>
                  </a:tcPr>
                </a:tc>
                <a:tc>
                  <a:txBody>
                    <a:bodyPr/>
                    <a:lstStyle/>
                    <a:p>
                      <a:pPr algn="l"/>
                      <a:r>
                        <a:rPr sz="1650" b="0">
                          <a:solidFill>
                            <a:srgbClr val="26182E"/>
                          </a:solidFill>
                          <a:latin typeface="Arial"/>
                          <a:ea typeface="Arial"/>
                          <a:cs typeface="Arial"/>
                        </a:rPr>
                        <a:t>app.py and pages/1_Overview … 6_Data_Explorer</a:t>
                      </a:r>
                    </a:p>
                  </a:txBody>
                  <a:tcPr anchor="ctr">
                    <a:solidFill>
                      <a:srgbClr val="F0EBF1"/>
                    </a:solidFill>
                  </a:tcPr>
                </a:tc>
                <a:extLst>
                  <a:ext uri="{0D108BD9-81ED-4DB2-BD59-A6C34878D82A}">
                    <a16:rowId xmlns:a16="http://schemas.microsoft.com/office/drawing/2014/main" val="10001"/>
                  </a:ext>
                </a:extLst>
              </a:tr>
              <a:tr h="649288">
                <a:tc>
                  <a:txBody>
                    <a:bodyPr/>
                    <a:lstStyle/>
                    <a:p>
                      <a:pPr algn="l"/>
                      <a:r>
                        <a:rPr sz="1650" b="0">
                          <a:solidFill>
                            <a:srgbClr val="26182E"/>
                          </a:solidFill>
                          <a:latin typeface="Arial"/>
                          <a:ea typeface="Arial"/>
                          <a:cs typeface="Arial"/>
                        </a:rPr>
                        <a:t>Loading, analysis, validation and styling</a:t>
                      </a:r>
                    </a:p>
                  </a:txBody>
                  <a:tcPr anchor="ctr">
                    <a:solidFill>
                      <a:srgbClr val="FAF8F5"/>
                    </a:solidFill>
                  </a:tcPr>
                </a:tc>
                <a:tc>
                  <a:txBody>
                    <a:bodyPr/>
                    <a:lstStyle/>
                    <a:p>
                      <a:pPr algn="l"/>
                      <a:r>
                        <a:rPr sz="1650" b="0">
                          <a:solidFill>
                            <a:srgbClr val="26182E"/>
                          </a:solidFill>
                          <a:latin typeface="Arial"/>
                          <a:ea typeface="Arial"/>
                          <a:cs typeface="Arial"/>
                        </a:rPr>
                        <a:t>utils/data_loader.py, analysis.py,</a:t>
                      </a:r>
                    </a:p>
                    <a:p>
                      <a:pPr algn="l"/>
                      <a:r>
                        <a:rPr sz="1650" b="0">
                          <a:solidFill>
                            <a:srgbClr val="26182E"/>
                          </a:solidFill>
                          <a:latin typeface="Arial"/>
                          <a:ea typeface="Arial"/>
                          <a:cs typeface="Arial"/>
                        </a:rPr>
                        <a:t>data_validation.py, ui.py</a:t>
                      </a:r>
                    </a:p>
                  </a:txBody>
                  <a:tcPr anchor="ctr">
                    <a:solidFill>
                      <a:srgbClr val="FAF8F5"/>
                    </a:solidFill>
                  </a:tcPr>
                </a:tc>
                <a:extLst>
                  <a:ext uri="{0D108BD9-81ED-4DB2-BD59-A6C34878D82A}">
                    <a16:rowId xmlns:a16="http://schemas.microsoft.com/office/drawing/2014/main" val="10002"/>
                  </a:ext>
                </a:extLst>
              </a:tr>
              <a:tr h="649288">
                <a:tc>
                  <a:txBody>
                    <a:bodyPr/>
                    <a:lstStyle/>
                    <a:p>
                      <a:pPr algn="l"/>
                      <a:r>
                        <a:rPr sz="1650" b="0">
                          <a:solidFill>
                            <a:srgbClr val="26182E"/>
                          </a:solidFill>
                          <a:latin typeface="Arial"/>
                          <a:ea typeface="Arial"/>
                          <a:cs typeface="Arial"/>
                        </a:rPr>
                        <a:t>Flask backend and browser interface</a:t>
                      </a:r>
                    </a:p>
                  </a:txBody>
                  <a:tcPr anchor="ctr">
                    <a:solidFill>
                      <a:srgbClr val="F0EBF1"/>
                    </a:solidFill>
                  </a:tcPr>
                </a:tc>
                <a:tc>
                  <a:txBody>
                    <a:bodyPr/>
                    <a:lstStyle/>
                    <a:p>
                      <a:pPr algn="l"/>
                      <a:r>
                        <a:rPr sz="1650" b="0">
                          <a:solidFill>
                            <a:srgbClr val="26182E"/>
                          </a:solidFill>
                          <a:latin typeface="Arial"/>
                          <a:ea typeface="Arial"/>
                          <a:cs typeface="Arial"/>
                        </a:rPr>
                        <a:t>dashboard/app.py, templates/index.html,</a:t>
                      </a:r>
                    </a:p>
                    <a:p>
                      <a:pPr algn="l"/>
                      <a:r>
                        <a:rPr sz="1650" b="0">
                          <a:solidFill>
                            <a:srgbClr val="26182E"/>
                          </a:solidFill>
                          <a:latin typeface="Arial"/>
                          <a:ea typeface="Arial"/>
                          <a:cs typeface="Arial"/>
                        </a:rPr>
                        <a:t>static/dashboard.js</a:t>
                      </a:r>
                    </a:p>
                  </a:txBody>
                  <a:tcPr anchor="ctr">
                    <a:solidFill>
                      <a:srgbClr val="F0EBF1"/>
                    </a:solidFill>
                  </a:tcPr>
                </a:tc>
                <a:extLst>
                  <a:ext uri="{0D108BD9-81ED-4DB2-BD59-A6C34878D82A}">
                    <a16:rowId xmlns:a16="http://schemas.microsoft.com/office/drawing/2014/main" val="10003"/>
                  </a:ext>
                </a:extLst>
              </a:tr>
              <a:tr h="649288">
                <a:tc>
                  <a:txBody>
                    <a:bodyPr/>
                    <a:lstStyle/>
                    <a:p>
                      <a:pPr algn="l"/>
                      <a:r>
                        <a:rPr sz="1650" b="0">
                          <a:solidFill>
                            <a:srgbClr val="26182E"/>
                          </a:solidFill>
                          <a:latin typeface="Arial"/>
                          <a:ea typeface="Arial"/>
                          <a:cs typeface="Arial"/>
                        </a:rPr>
                        <a:t>Portal and application launchers</a:t>
                      </a:r>
                    </a:p>
                  </a:txBody>
                  <a:tcPr anchor="ctr">
                    <a:solidFill>
                      <a:srgbClr val="FAF8F5"/>
                    </a:solidFill>
                  </a:tcPr>
                </a:tc>
                <a:tc>
                  <a:txBody>
                    <a:bodyPr/>
                    <a:lstStyle/>
                    <a:p>
                      <a:pPr algn="l"/>
                      <a:r>
                        <a:rPr sz="1650" b="0">
                          <a:solidFill>
                            <a:srgbClr val="26182E"/>
                          </a:solidFill>
                          <a:latin typeface="Arial"/>
                          <a:ea typeface="Arial"/>
                          <a:cs typeface="Arial"/>
                        </a:rPr>
                        <a:t>index.html, run_streamlit.py/.bat,</a:t>
                      </a:r>
                    </a:p>
                    <a:p>
                      <a:pPr algn="l"/>
                      <a:r>
                        <a:rPr sz="1650" b="0">
                          <a:solidFill>
                            <a:srgbClr val="26182E"/>
                          </a:solidFill>
                          <a:latin typeface="Arial"/>
                          <a:ea typeface="Arial"/>
                          <a:cs typeface="Arial"/>
                        </a:rPr>
                        <a:t>run_dashboard.py/.bat</a:t>
                      </a:r>
                    </a:p>
                  </a:txBody>
                  <a:tcPr anchor="ctr">
                    <a:solidFill>
                      <a:srgbClr val="FAF8F5"/>
                    </a:solidFill>
                  </a:tcPr>
                </a:tc>
                <a:extLst>
                  <a:ext uri="{0D108BD9-81ED-4DB2-BD59-A6C34878D82A}">
                    <a16:rowId xmlns:a16="http://schemas.microsoft.com/office/drawing/2014/main" val="10004"/>
                  </a:ext>
                </a:extLst>
              </a:tr>
              <a:tr h="649288">
                <a:tc>
                  <a:txBody>
                    <a:bodyPr/>
                    <a:lstStyle/>
                    <a:p>
                      <a:pPr algn="l"/>
                      <a:r>
                        <a:rPr sz="1650" b="0">
                          <a:solidFill>
                            <a:srgbClr val="26182E"/>
                          </a:solidFill>
                          <a:latin typeface="Arial"/>
                          <a:ea typeface="Arial"/>
                          <a:cs typeface="Arial"/>
                        </a:rPr>
                        <a:t>Documentation and reports</a:t>
                      </a:r>
                    </a:p>
                  </a:txBody>
                  <a:tcPr anchor="ctr">
                    <a:solidFill>
                      <a:srgbClr val="F0EBF1"/>
                    </a:solidFill>
                  </a:tcPr>
                </a:tc>
                <a:tc>
                  <a:txBody>
                    <a:bodyPr/>
                    <a:lstStyle/>
                    <a:p>
                      <a:pPr algn="l"/>
                      <a:r>
                        <a:rPr sz="1650" b="0">
                          <a:solidFill>
                            <a:srgbClr val="26182E"/>
                          </a:solidFill>
                          <a:latin typeface="Arial"/>
                          <a:ea typeface="Arial"/>
                          <a:cs typeface="Arial"/>
                        </a:rPr>
                        <a:t>README.md, requirements.txt,</a:t>
                      </a:r>
                    </a:p>
                    <a:p>
                      <a:pPr algn="l"/>
                      <a:r>
                        <a:rPr sz="1650" b="0">
                          <a:solidFill>
                            <a:srgbClr val="26182E"/>
                          </a:solidFill>
                          <a:latin typeface="Arial"/>
                          <a:ea typeface="Arial"/>
                          <a:cs typeface="Arial"/>
                        </a:rPr>
                        <a:t>DEPLOYMENT_GUIDE.md, reports/</a:t>
                      </a:r>
                    </a:p>
                  </a:txBody>
                  <a:tcPr anchor="ctr">
                    <a:solidFill>
                      <a:srgbClr val="F0EBF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5852693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1659</Words>
  <Application>Microsoft Office PowerPoint</Application>
  <DocSecurity>0</DocSecurity>
  <PresentationFormat>شاشة عريضة</PresentationFormat>
  <Paragraphs>201</Paragraphs>
  <Slides>18</Slides>
  <Notes>18</Notes>
  <HiddenSlides>0</HiddenSlides>
  <MMClips>0</MMClips>
  <ScaleCrop>false</ScaleCrop>
  <HeadingPairs>
    <vt:vector size="6" baseType="variant">
      <vt:variant>
        <vt:lpstr>الخطوط المستخدمة</vt:lpstr>
      </vt:variant>
      <vt:variant>
        <vt:i4>2</vt:i4>
      </vt:variant>
      <vt:variant>
        <vt:lpstr>نسق</vt:lpstr>
      </vt:variant>
      <vt:variant>
        <vt:i4>1</vt:i4>
      </vt:variant>
      <vt:variant>
        <vt:lpstr>عناوين الشرائح</vt:lpstr>
      </vt:variant>
      <vt:variant>
        <vt:i4>18</vt:i4>
      </vt:variant>
    </vt:vector>
  </HeadingPairs>
  <TitlesOfParts>
    <vt:vector size="21" baseType="lpstr">
      <vt:lpstr>Aptos</vt:lpstr>
      <vt:lpstr>Arial</vt:lpstr>
      <vt:lpstr>ChatGPT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Khalil Yasser</cp:lastModifiedBy>
  <cp:revision>1</cp:revision>
  <dcterms:created xsi:type="dcterms:W3CDTF">2026-10-18T12:07:24Z</dcterms:created>
  <dcterms:modified xsi:type="dcterms:W3CDTF">2026-10-18T12:08:20Z</dcterms:modified>
</cp:coreProperties>
</file>